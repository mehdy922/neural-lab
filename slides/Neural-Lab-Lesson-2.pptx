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for this slide and the next. Recap in one line: last time your machine scored 100% on your own drawings and dropped on everyone else's, because a machine only knows what it was shown. Today the machine talks instead of looking, and the same thing is going to happen. Keep the energy up; the payoff is the moment the scoreboard is revealed.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the same minute. Ask what they remember from last time. Let them say it: 100% on their own drawings, then the drop on everyone else's, because it had only ever seen their pencils. Do not explain further. This lesson makes the same point with words instead of drawings, and it only lands if they get there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Read the script on the left aloud, slowly. It is the whole briefing. Then the mission. Each verdict is a report on the bot, not a vote for it; say that twice. Do not explain how the bot works or why it might be wrong. They find that out themselves in the next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Projector: Lobby now; switch to Scoreboard once you press Start chatting — only the feed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 of chatting. Do not show anything past this point until you have pressed Reveal scoreboard and the room has read the bars. Walk the room; nudge teams towards questions off the history topic. The collapse only lands if they see it before anyone explains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Let them read the bars first. Every question got a full-sentence answer: right on history, mostly wrong on everything else. Ask the question on the right. Take three answers from the room and agree with none of them: nod, thank them, move on. The next two slides are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Everything HistoryBot has ever read is on this screen: about 2,000 words, nothing else. Highlighted: the words from 'Who built the Taj Mahal?' that it recognised. Say: 'Find the sentence yours came from.' Give them a minute on their phones (HistoryBot tab → Show me everything it has ever read). Every word it said is in here. Take one answer from the room and find the pieces it was stitched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Only now say 'next word'. It read the 2,000 words and counted which word tends to follow which. To answer, it starts from the words in your question that it recognised and picks the most likely next word, then the next, until a full stop. Nothing in there checks whether the sentence is true. It cannot say 'I don't know' because it has no idea what knowing is; it only ever has a next word. Very sure and still wrong: the same lesson as the confidence bar last time. Keep the vocabulary to 'word' and 'bot'.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it out with a straight face. The bot recognised nothing in the question, so it started from nowhere and produced the most common path through its 2,000 words: Mughal capitals. That is not lying; lying needs an idea of the truth. It has nothing else to say, so it says this, in a full sentence, confidently.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briefing, then 6 min of training. Each team picks what its bot reads: one of the starter texts, or a paragraph they paste themselves. Everything they tick is the whole of what it will ever know; nothing else exists for it. Try it before sending: ask about its topic, then about something else, and watch the second answer. One phone per team sends, and sending again replaces the bot, so agree first. Press Open cross-examination when every team's bot is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of cross-examining, then 2 min here. Every bot is now questioned by strangers, so the Own team column is a dash: only strangers' votes count, the same rule as the tournament last time. Look at the strips. The bots that scored have their bump in exactly one topic — the one they read. Two strips here are flat: those bots were asked about things they had never read, and got them wrong — that is what the reds are. Ask every team with a bump: where is it? Then: what did it read? Same answer,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The wrap, then the exit ticket: one line each, collect them. The big ones, the chatbots on their phones, work the same way, one word at a time, only they have read millions of times more, so the mistakes are rarer and much harder to spot. The question to leave in the room: what did it read, and who chose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AB">
    <p:bg>
      <p:bgPr>
        <a:solidFill>
          <a:srgbClr val="FFF7E8"/>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FF8A3D"/>
          </a:solidFill>
          <a:ln/>
        </p:spPr>
      </p:sp>
      <p:sp>
        <p:nvSpPr>
          <p:cNvPr id="3" name="Text 1"/>
          <p:cNvSpPr/>
          <p:nvPr/>
        </p:nvSpPr>
        <p:spPr>
          <a:xfrm>
            <a:off x="457200" y="4759452"/>
            <a:ext cx="2743200" cy="274320"/>
          </a:xfrm>
          <a:prstGeom prst="rect">
            <a:avLst/>
          </a:prstGeom>
          <a:noFill/>
          <a:ln/>
        </p:spPr>
        <p:txBody>
          <a:bodyPr wrap="square" rtlCol="0" anchor="ctr"/>
          <a:lstStyle/>
          <a:p>
            <a:pPr indent="0" marL="0">
              <a:buNone/>
            </a:pPr>
            <a:r>
              <a:rPr lang="en-US" sz="1000" b="1" dirty="0">
                <a:solidFill>
                  <a:srgbClr val="6F6785"/>
                </a:solidFill>
                <a:latin typeface="Calibri" pitchFamily="34" charset="0"/>
                <a:ea typeface="Calibri" pitchFamily="34" charset="-122"/>
                <a:cs typeface="Calibri" pitchFamily="34" charset="-120"/>
              </a:rPr>
              <a:t>🧠 Neural Lab</a:t>
            </a:r>
            <a:endParaRPr lang="en-US" sz="10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457200" y="457200"/>
            <a:ext cx="2834640" cy="329184"/>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100" b="1" dirty="0">
                <a:solidFill>
                  <a:srgbClr val="2A2140"/>
                </a:solidFill>
                <a:latin typeface="Calibri" pitchFamily="34" charset="0"/>
                <a:ea typeface="Calibri" pitchFamily="34" charset="-122"/>
                <a:cs typeface="Calibri" pitchFamily="34" charset="-120"/>
              </a:rPr>
              <a:t>LESSON 2 · TALK TO THE MACHINE</a:t>
            </a:r>
            <a:endParaRPr lang="en-US" sz="1100" dirty="0"/>
          </a:p>
        </p:txBody>
      </p:sp>
      <p:sp>
        <p:nvSpPr>
          <p:cNvPr id="4" name="Text 1"/>
          <p:cNvSpPr/>
          <p:nvPr/>
        </p:nvSpPr>
        <p:spPr>
          <a:xfrm>
            <a:off x="3429000" y="457200"/>
            <a:ext cx="2011680" cy="329184"/>
          </a:xfrm>
          <a:prstGeom prst="roundRect">
            <a:avLst>
              <a:gd name="adj" fmla="val 50000"/>
            </a:avLst>
          </a:prstGeom>
          <a:solidFill>
            <a:srgbClr val="FFFFFF"/>
          </a:solidFill>
          <a:ln>
            <a:solidFill>
              <a:srgbClr val="FFFFFF"/>
            </a:solidFill>
          </a:ln>
        </p:spPr>
        <p:txBody>
          <a:bodyPr wrap="square" rtlCol="0" anchor="ctr"/>
          <a:lstStyle/>
          <a:p>
            <a:pPr algn="ctr" indent="0" marL="0">
              <a:buNone/>
            </a:pPr>
            <a:r>
              <a:rPr lang="en-US" sz="1100" b="1" dirty="0">
                <a:solidFill>
                  <a:srgbClr val="6F6785"/>
                </a:solidFill>
                <a:latin typeface="Calibri" pitchFamily="34" charset="0"/>
                <a:ea typeface="Calibri" pitchFamily="34" charset="-122"/>
                <a:cs typeface="Calibri" pitchFamily="34" charset="-120"/>
              </a:rPr>
              <a:t>GRADES 9–12 · 40 MIN</a:t>
            </a:r>
            <a:endParaRPr lang="en-US" sz="1100" dirty="0"/>
          </a:p>
        </p:txBody>
      </p:sp>
      <p:sp>
        <p:nvSpPr>
          <p:cNvPr id="5" name="Text 2"/>
          <p:cNvSpPr/>
          <p:nvPr/>
        </p:nvSpPr>
        <p:spPr>
          <a:xfrm>
            <a:off x="457200" y="914400"/>
            <a:ext cx="5669280" cy="1463040"/>
          </a:xfrm>
          <a:prstGeom prst="rect">
            <a:avLst/>
          </a:prstGeom>
          <a:noFill/>
          <a:ln/>
        </p:spPr>
        <p:txBody>
          <a:bodyPr wrap="square" rtlCol="0" anchor="ctr"/>
          <a:lstStyle/>
          <a:p>
            <a:pPr indent="0" marL="0">
              <a:buNone/>
            </a:pPr>
            <a:r>
              <a:rPr lang="en-US" sz="4200" b="1" dirty="0">
                <a:solidFill>
                  <a:srgbClr val="2A2140"/>
                </a:solidFill>
                <a:latin typeface="Segoe UI Black" pitchFamily="34" charset="0"/>
                <a:ea typeface="Segoe UI Black" pitchFamily="34" charset="-122"/>
                <a:cs typeface="Segoe UI Black" pitchFamily="34" charset="-120"/>
              </a:rPr>
              <a:t>Last time it saw.</a:t>
            </a:r>
            <a:endParaRPr lang="en-US" sz="4200" dirty="0"/>
          </a:p>
          <a:p>
            <a:pPr indent="0" marL="0">
              <a:buNone/>
            </a:pPr>
            <a:r>
              <a:rPr lang="en-US" sz="4200" b="1" dirty="0">
                <a:solidFill>
                  <a:srgbClr val="2A2140"/>
                </a:solidFill>
                <a:latin typeface="Segoe UI Black" pitchFamily="34" charset="0"/>
                <a:ea typeface="Segoe UI Black" pitchFamily="34" charset="-122"/>
                <a:cs typeface="Segoe UI Black" pitchFamily="34" charset="-120"/>
              </a:rPr>
              <a:t>This time it talks.</a:t>
            </a:r>
            <a:endParaRPr lang="en-US" sz="4200" dirty="0"/>
          </a:p>
        </p:txBody>
      </p:sp>
      <p:sp>
        <p:nvSpPr>
          <p:cNvPr id="6" name="Text 3"/>
          <p:cNvSpPr/>
          <p:nvPr/>
        </p:nvSpPr>
        <p:spPr>
          <a:xfrm>
            <a:off x="457200" y="2423160"/>
            <a:ext cx="5486400" cy="731520"/>
          </a:xfrm>
          <a:prstGeom prst="rect">
            <a:avLst/>
          </a:prstGeom>
          <a:noFill/>
          <a:ln/>
        </p:spPr>
        <p:txBody>
          <a:bodyPr wrap="square" rtlCol="0" anchor="ctr"/>
          <a:lstStyle/>
          <a:p>
            <a:pPr indent="0" marL="0">
              <a:buNone/>
            </a:pPr>
            <a:r>
              <a:rPr lang="en-US" sz="1800" dirty="0">
                <a:solidFill>
                  <a:srgbClr val="6F6785"/>
                </a:solidFill>
                <a:latin typeface="Calibri" pitchFamily="34" charset="0"/>
                <a:ea typeface="Calibri" pitchFamily="34" charset="-122"/>
                <a:cs typeface="Calibri" pitchFamily="34" charset="-120"/>
              </a:rPr>
              <a:t>A machine only knows what it was shown.</a:t>
            </a:r>
            <a:endParaRPr lang="en-US" sz="1800" dirty="0"/>
          </a:p>
        </p:txBody>
      </p:sp>
      <p:sp>
        <p:nvSpPr>
          <p:cNvPr id="7" name="Text 4"/>
          <p:cNvSpPr/>
          <p:nvPr/>
        </p:nvSpPr>
        <p:spPr>
          <a:xfrm>
            <a:off x="457200" y="3383280"/>
            <a:ext cx="201168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1 · HISTORYBOT</a:t>
            </a:r>
            <a:endParaRPr lang="en-US" sz="1100" dirty="0"/>
          </a:p>
        </p:txBody>
      </p:sp>
      <p:sp>
        <p:nvSpPr>
          <p:cNvPr id="8" name="Text 5"/>
          <p:cNvSpPr/>
          <p:nvPr/>
        </p:nvSpPr>
        <p:spPr>
          <a:xfrm>
            <a:off x="2606040" y="3383280"/>
            <a:ext cx="2194560" cy="329184"/>
          </a:xfrm>
          <a:prstGeom prst="roundRect">
            <a:avLst>
              <a:gd name="adj" fmla="val 50000"/>
            </a:avLst>
          </a:prstGeom>
          <a:solidFill>
            <a:srgbClr val="3BA7F5"/>
          </a:solidFill>
          <a:ln>
            <a:solidFill>
              <a:srgbClr val="3BA7F5"/>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 · TRAIN YOUR BOT</a:t>
            </a:r>
            <a:endParaRPr lang="en-US" sz="1100" dirty="0"/>
          </a:p>
        </p:txBody>
      </p:sp>
      <p:sp>
        <p:nvSpPr>
          <p:cNvPr id="9" name="Shape 6"/>
          <p:cNvSpPr/>
          <p:nvPr/>
        </p:nvSpPr>
        <p:spPr>
          <a:xfrm>
            <a:off x="6345936" y="859536"/>
            <a:ext cx="1115568" cy="1115568"/>
          </a:xfrm>
          <a:prstGeom prst="roundRect">
            <a:avLst>
              <a:gd name="adj" fmla="val 8197"/>
            </a:avLst>
          </a:prstGeom>
          <a:solidFill>
            <a:srgbClr val="FFFFFF"/>
          </a:solidFill>
          <a:ln w="19050">
            <a:solidFill>
              <a:srgbClr val="F0E4D0"/>
            </a:solidFill>
            <a:prstDash val="solid"/>
          </a:ln>
        </p:spPr>
      </p:sp>
      <p:sp>
        <p:nvSpPr>
          <p:cNvPr id="10" name="Shape 7"/>
          <p:cNvSpPr/>
          <p:nvPr/>
        </p:nvSpPr>
        <p:spPr>
          <a:xfrm>
            <a:off x="6840855" y="914400"/>
            <a:ext cx="62865" cy="62865"/>
          </a:xfrm>
          <a:prstGeom prst="rect">
            <a:avLst/>
          </a:prstGeom>
          <a:solidFill>
            <a:srgbClr val="D9651F"/>
          </a:solidFill>
          <a:ln w="12700">
            <a:solidFill>
              <a:srgbClr val="D9651F"/>
            </a:solidFill>
            <a:prstDash val="solid"/>
          </a:ln>
        </p:spPr>
      </p:sp>
      <p:sp>
        <p:nvSpPr>
          <p:cNvPr id="11" name="Shape 8"/>
          <p:cNvSpPr/>
          <p:nvPr/>
        </p:nvSpPr>
        <p:spPr>
          <a:xfrm>
            <a:off x="6903720" y="914400"/>
            <a:ext cx="62865" cy="62865"/>
          </a:xfrm>
          <a:prstGeom prst="rect">
            <a:avLst/>
          </a:prstGeom>
          <a:solidFill>
            <a:srgbClr val="D9651F"/>
          </a:solidFill>
          <a:ln w="12700">
            <a:solidFill>
              <a:srgbClr val="D9651F"/>
            </a:solidFill>
            <a:prstDash val="solid"/>
          </a:ln>
        </p:spPr>
      </p:sp>
      <p:sp>
        <p:nvSpPr>
          <p:cNvPr id="12" name="Shape 9"/>
          <p:cNvSpPr/>
          <p:nvPr/>
        </p:nvSpPr>
        <p:spPr>
          <a:xfrm>
            <a:off x="6840855" y="977265"/>
            <a:ext cx="62865" cy="62865"/>
          </a:xfrm>
          <a:prstGeom prst="rect">
            <a:avLst/>
          </a:prstGeom>
          <a:solidFill>
            <a:srgbClr val="D9651F"/>
          </a:solidFill>
          <a:ln w="12700">
            <a:solidFill>
              <a:srgbClr val="D9651F"/>
            </a:solidFill>
            <a:prstDash val="solid"/>
          </a:ln>
        </p:spPr>
      </p:sp>
      <p:sp>
        <p:nvSpPr>
          <p:cNvPr id="13" name="Shape 10"/>
          <p:cNvSpPr/>
          <p:nvPr/>
        </p:nvSpPr>
        <p:spPr>
          <a:xfrm>
            <a:off x="6903720" y="977265"/>
            <a:ext cx="62865" cy="62865"/>
          </a:xfrm>
          <a:prstGeom prst="rect">
            <a:avLst/>
          </a:prstGeom>
          <a:solidFill>
            <a:srgbClr val="D9651F"/>
          </a:solidFill>
          <a:ln w="12700">
            <a:solidFill>
              <a:srgbClr val="D9651F"/>
            </a:solidFill>
            <a:prstDash val="solid"/>
          </a:ln>
        </p:spPr>
      </p:sp>
      <p:sp>
        <p:nvSpPr>
          <p:cNvPr id="14" name="Shape 11"/>
          <p:cNvSpPr/>
          <p:nvPr/>
        </p:nvSpPr>
        <p:spPr>
          <a:xfrm>
            <a:off x="6840855" y="1040130"/>
            <a:ext cx="62865" cy="62865"/>
          </a:xfrm>
          <a:prstGeom prst="rect">
            <a:avLst/>
          </a:prstGeom>
          <a:solidFill>
            <a:srgbClr val="D9651F"/>
          </a:solidFill>
          <a:ln w="12700">
            <a:solidFill>
              <a:srgbClr val="D9651F"/>
            </a:solidFill>
            <a:prstDash val="solid"/>
          </a:ln>
        </p:spPr>
      </p:sp>
      <p:sp>
        <p:nvSpPr>
          <p:cNvPr id="15" name="Shape 12"/>
          <p:cNvSpPr/>
          <p:nvPr/>
        </p:nvSpPr>
        <p:spPr>
          <a:xfrm>
            <a:off x="6903720" y="1040130"/>
            <a:ext cx="62865" cy="62865"/>
          </a:xfrm>
          <a:prstGeom prst="rect">
            <a:avLst/>
          </a:prstGeom>
          <a:solidFill>
            <a:srgbClr val="D9651F"/>
          </a:solidFill>
          <a:ln w="12700">
            <a:solidFill>
              <a:srgbClr val="D9651F"/>
            </a:solidFill>
            <a:prstDash val="solid"/>
          </a:ln>
        </p:spPr>
      </p:sp>
      <p:sp>
        <p:nvSpPr>
          <p:cNvPr id="16" name="Shape 13"/>
          <p:cNvSpPr/>
          <p:nvPr/>
        </p:nvSpPr>
        <p:spPr>
          <a:xfrm>
            <a:off x="6966585" y="1040130"/>
            <a:ext cx="62865" cy="62865"/>
          </a:xfrm>
          <a:prstGeom prst="rect">
            <a:avLst/>
          </a:prstGeom>
          <a:solidFill>
            <a:srgbClr val="D9651F"/>
          </a:solidFill>
          <a:ln w="12700">
            <a:solidFill>
              <a:srgbClr val="D9651F"/>
            </a:solidFill>
            <a:prstDash val="solid"/>
          </a:ln>
        </p:spPr>
      </p:sp>
      <p:sp>
        <p:nvSpPr>
          <p:cNvPr id="17" name="Shape 14"/>
          <p:cNvSpPr/>
          <p:nvPr/>
        </p:nvSpPr>
        <p:spPr>
          <a:xfrm>
            <a:off x="7029450" y="1040130"/>
            <a:ext cx="62865" cy="62865"/>
          </a:xfrm>
          <a:prstGeom prst="rect">
            <a:avLst/>
          </a:prstGeom>
          <a:solidFill>
            <a:srgbClr val="D9651F"/>
          </a:solidFill>
          <a:ln w="12700">
            <a:solidFill>
              <a:srgbClr val="D9651F"/>
            </a:solidFill>
            <a:prstDash val="solid"/>
          </a:ln>
        </p:spPr>
      </p:sp>
      <p:sp>
        <p:nvSpPr>
          <p:cNvPr id="18" name="Shape 15"/>
          <p:cNvSpPr/>
          <p:nvPr/>
        </p:nvSpPr>
        <p:spPr>
          <a:xfrm>
            <a:off x="6715125" y="1102995"/>
            <a:ext cx="62865" cy="62865"/>
          </a:xfrm>
          <a:prstGeom prst="rect">
            <a:avLst/>
          </a:prstGeom>
          <a:solidFill>
            <a:srgbClr val="D9651F"/>
          </a:solidFill>
          <a:ln w="12700">
            <a:solidFill>
              <a:srgbClr val="D9651F"/>
            </a:solidFill>
            <a:prstDash val="solid"/>
          </a:ln>
        </p:spPr>
      </p:sp>
      <p:sp>
        <p:nvSpPr>
          <p:cNvPr id="19" name="Shape 16"/>
          <p:cNvSpPr/>
          <p:nvPr/>
        </p:nvSpPr>
        <p:spPr>
          <a:xfrm>
            <a:off x="6777990" y="1102995"/>
            <a:ext cx="62865" cy="62865"/>
          </a:xfrm>
          <a:prstGeom prst="rect">
            <a:avLst/>
          </a:prstGeom>
          <a:solidFill>
            <a:srgbClr val="D9651F"/>
          </a:solidFill>
          <a:ln w="12700">
            <a:solidFill>
              <a:srgbClr val="D9651F"/>
            </a:solidFill>
            <a:prstDash val="solid"/>
          </a:ln>
        </p:spPr>
      </p:sp>
      <p:sp>
        <p:nvSpPr>
          <p:cNvPr id="20" name="Shape 17"/>
          <p:cNvSpPr/>
          <p:nvPr/>
        </p:nvSpPr>
        <p:spPr>
          <a:xfrm>
            <a:off x="6840855" y="1102995"/>
            <a:ext cx="62865" cy="62865"/>
          </a:xfrm>
          <a:prstGeom prst="rect">
            <a:avLst/>
          </a:prstGeom>
          <a:solidFill>
            <a:srgbClr val="D9651F"/>
          </a:solidFill>
          <a:ln w="12700">
            <a:solidFill>
              <a:srgbClr val="D9651F"/>
            </a:solidFill>
            <a:prstDash val="solid"/>
          </a:ln>
        </p:spPr>
      </p:sp>
      <p:sp>
        <p:nvSpPr>
          <p:cNvPr id="21" name="Shape 18"/>
          <p:cNvSpPr/>
          <p:nvPr/>
        </p:nvSpPr>
        <p:spPr>
          <a:xfrm>
            <a:off x="6903720" y="1102995"/>
            <a:ext cx="62865" cy="62865"/>
          </a:xfrm>
          <a:prstGeom prst="rect">
            <a:avLst/>
          </a:prstGeom>
          <a:solidFill>
            <a:srgbClr val="D9651F"/>
          </a:solidFill>
          <a:ln w="12700">
            <a:solidFill>
              <a:srgbClr val="D9651F"/>
            </a:solidFill>
            <a:prstDash val="solid"/>
          </a:ln>
        </p:spPr>
      </p:sp>
      <p:sp>
        <p:nvSpPr>
          <p:cNvPr id="22" name="Shape 19"/>
          <p:cNvSpPr/>
          <p:nvPr/>
        </p:nvSpPr>
        <p:spPr>
          <a:xfrm>
            <a:off x="6966585" y="1102995"/>
            <a:ext cx="62865" cy="62865"/>
          </a:xfrm>
          <a:prstGeom prst="rect">
            <a:avLst/>
          </a:prstGeom>
          <a:solidFill>
            <a:srgbClr val="D9651F"/>
          </a:solidFill>
          <a:ln w="12700">
            <a:solidFill>
              <a:srgbClr val="D9651F"/>
            </a:solidFill>
            <a:prstDash val="solid"/>
          </a:ln>
        </p:spPr>
      </p:sp>
      <p:sp>
        <p:nvSpPr>
          <p:cNvPr id="23" name="Shape 20"/>
          <p:cNvSpPr/>
          <p:nvPr/>
        </p:nvSpPr>
        <p:spPr>
          <a:xfrm>
            <a:off x="7029450" y="1102995"/>
            <a:ext cx="62865" cy="62865"/>
          </a:xfrm>
          <a:prstGeom prst="rect">
            <a:avLst/>
          </a:prstGeom>
          <a:solidFill>
            <a:srgbClr val="D9651F"/>
          </a:solidFill>
          <a:ln w="12700">
            <a:solidFill>
              <a:srgbClr val="D9651F"/>
            </a:solidFill>
            <a:prstDash val="solid"/>
          </a:ln>
        </p:spPr>
      </p:sp>
      <p:sp>
        <p:nvSpPr>
          <p:cNvPr id="24" name="Shape 21"/>
          <p:cNvSpPr/>
          <p:nvPr/>
        </p:nvSpPr>
        <p:spPr>
          <a:xfrm>
            <a:off x="7092315" y="1102995"/>
            <a:ext cx="62865" cy="62865"/>
          </a:xfrm>
          <a:prstGeom prst="rect">
            <a:avLst/>
          </a:prstGeom>
          <a:solidFill>
            <a:srgbClr val="D9651F"/>
          </a:solidFill>
          <a:ln w="12700">
            <a:solidFill>
              <a:srgbClr val="D9651F"/>
            </a:solidFill>
            <a:prstDash val="solid"/>
          </a:ln>
        </p:spPr>
      </p:sp>
      <p:sp>
        <p:nvSpPr>
          <p:cNvPr id="25" name="Shape 22"/>
          <p:cNvSpPr/>
          <p:nvPr/>
        </p:nvSpPr>
        <p:spPr>
          <a:xfrm>
            <a:off x="7155180" y="1102995"/>
            <a:ext cx="62865" cy="62865"/>
          </a:xfrm>
          <a:prstGeom prst="rect">
            <a:avLst/>
          </a:prstGeom>
          <a:solidFill>
            <a:srgbClr val="D9651F"/>
          </a:solidFill>
          <a:ln w="12700">
            <a:solidFill>
              <a:srgbClr val="D9651F"/>
            </a:solidFill>
            <a:prstDash val="solid"/>
          </a:ln>
        </p:spPr>
      </p:sp>
      <p:sp>
        <p:nvSpPr>
          <p:cNvPr id="26" name="Shape 23"/>
          <p:cNvSpPr/>
          <p:nvPr/>
        </p:nvSpPr>
        <p:spPr>
          <a:xfrm>
            <a:off x="6652260" y="1165860"/>
            <a:ext cx="62865" cy="62865"/>
          </a:xfrm>
          <a:prstGeom prst="rect">
            <a:avLst/>
          </a:prstGeom>
          <a:solidFill>
            <a:srgbClr val="D9651F"/>
          </a:solidFill>
          <a:ln w="12700">
            <a:solidFill>
              <a:srgbClr val="D9651F"/>
            </a:solidFill>
            <a:prstDash val="solid"/>
          </a:ln>
        </p:spPr>
      </p:sp>
      <p:sp>
        <p:nvSpPr>
          <p:cNvPr id="27" name="Shape 24"/>
          <p:cNvSpPr/>
          <p:nvPr/>
        </p:nvSpPr>
        <p:spPr>
          <a:xfrm>
            <a:off x="6715125" y="1165860"/>
            <a:ext cx="62865" cy="62865"/>
          </a:xfrm>
          <a:prstGeom prst="rect">
            <a:avLst/>
          </a:prstGeom>
          <a:solidFill>
            <a:srgbClr val="D9651F"/>
          </a:solidFill>
          <a:ln w="12700">
            <a:solidFill>
              <a:srgbClr val="D9651F"/>
            </a:solidFill>
            <a:prstDash val="solid"/>
          </a:ln>
        </p:spPr>
      </p:sp>
      <p:sp>
        <p:nvSpPr>
          <p:cNvPr id="28" name="Shape 25"/>
          <p:cNvSpPr/>
          <p:nvPr/>
        </p:nvSpPr>
        <p:spPr>
          <a:xfrm>
            <a:off x="6777990" y="1165860"/>
            <a:ext cx="62865" cy="62865"/>
          </a:xfrm>
          <a:prstGeom prst="rect">
            <a:avLst/>
          </a:prstGeom>
          <a:solidFill>
            <a:srgbClr val="D9651F"/>
          </a:solidFill>
          <a:ln w="12700">
            <a:solidFill>
              <a:srgbClr val="D9651F"/>
            </a:solidFill>
            <a:prstDash val="solid"/>
          </a:ln>
        </p:spPr>
      </p:sp>
      <p:sp>
        <p:nvSpPr>
          <p:cNvPr id="29" name="Shape 26"/>
          <p:cNvSpPr/>
          <p:nvPr/>
        </p:nvSpPr>
        <p:spPr>
          <a:xfrm>
            <a:off x="6840855" y="1165860"/>
            <a:ext cx="62865" cy="62865"/>
          </a:xfrm>
          <a:prstGeom prst="rect">
            <a:avLst/>
          </a:prstGeom>
          <a:solidFill>
            <a:srgbClr val="D9651F"/>
          </a:solidFill>
          <a:ln w="12700">
            <a:solidFill>
              <a:srgbClr val="D9651F"/>
            </a:solidFill>
            <a:prstDash val="solid"/>
          </a:ln>
        </p:spPr>
      </p:sp>
      <p:sp>
        <p:nvSpPr>
          <p:cNvPr id="30" name="Shape 27"/>
          <p:cNvSpPr/>
          <p:nvPr/>
        </p:nvSpPr>
        <p:spPr>
          <a:xfrm>
            <a:off x="6903720" y="1165860"/>
            <a:ext cx="62865" cy="62865"/>
          </a:xfrm>
          <a:prstGeom prst="rect">
            <a:avLst/>
          </a:prstGeom>
          <a:solidFill>
            <a:srgbClr val="D9651F"/>
          </a:solidFill>
          <a:ln w="12700">
            <a:solidFill>
              <a:srgbClr val="D9651F"/>
            </a:solidFill>
            <a:prstDash val="solid"/>
          </a:ln>
        </p:spPr>
      </p:sp>
      <p:sp>
        <p:nvSpPr>
          <p:cNvPr id="31" name="Shape 28"/>
          <p:cNvSpPr/>
          <p:nvPr/>
        </p:nvSpPr>
        <p:spPr>
          <a:xfrm>
            <a:off x="6966585" y="1165860"/>
            <a:ext cx="62865" cy="62865"/>
          </a:xfrm>
          <a:prstGeom prst="rect">
            <a:avLst/>
          </a:prstGeom>
          <a:solidFill>
            <a:srgbClr val="D9651F"/>
          </a:solidFill>
          <a:ln w="12700">
            <a:solidFill>
              <a:srgbClr val="D9651F"/>
            </a:solidFill>
            <a:prstDash val="solid"/>
          </a:ln>
        </p:spPr>
      </p:sp>
      <p:sp>
        <p:nvSpPr>
          <p:cNvPr id="32" name="Shape 29"/>
          <p:cNvSpPr/>
          <p:nvPr/>
        </p:nvSpPr>
        <p:spPr>
          <a:xfrm>
            <a:off x="7029450" y="1165860"/>
            <a:ext cx="62865" cy="62865"/>
          </a:xfrm>
          <a:prstGeom prst="rect">
            <a:avLst/>
          </a:prstGeom>
          <a:solidFill>
            <a:srgbClr val="D9651F"/>
          </a:solidFill>
          <a:ln w="12700">
            <a:solidFill>
              <a:srgbClr val="D9651F"/>
            </a:solidFill>
            <a:prstDash val="solid"/>
          </a:ln>
        </p:spPr>
      </p:sp>
      <p:sp>
        <p:nvSpPr>
          <p:cNvPr id="33" name="Shape 30"/>
          <p:cNvSpPr/>
          <p:nvPr/>
        </p:nvSpPr>
        <p:spPr>
          <a:xfrm>
            <a:off x="7092315" y="1165860"/>
            <a:ext cx="62865" cy="62865"/>
          </a:xfrm>
          <a:prstGeom prst="rect">
            <a:avLst/>
          </a:prstGeom>
          <a:solidFill>
            <a:srgbClr val="D9651F"/>
          </a:solidFill>
          <a:ln w="12700">
            <a:solidFill>
              <a:srgbClr val="D9651F"/>
            </a:solidFill>
            <a:prstDash val="solid"/>
          </a:ln>
        </p:spPr>
      </p:sp>
      <p:sp>
        <p:nvSpPr>
          <p:cNvPr id="34" name="Shape 31"/>
          <p:cNvSpPr/>
          <p:nvPr/>
        </p:nvSpPr>
        <p:spPr>
          <a:xfrm>
            <a:off x="7155180" y="1165860"/>
            <a:ext cx="62865" cy="62865"/>
          </a:xfrm>
          <a:prstGeom prst="rect">
            <a:avLst/>
          </a:prstGeom>
          <a:solidFill>
            <a:srgbClr val="D9651F"/>
          </a:solidFill>
          <a:ln w="12700">
            <a:solidFill>
              <a:srgbClr val="D9651F"/>
            </a:solidFill>
            <a:prstDash val="solid"/>
          </a:ln>
        </p:spPr>
      </p:sp>
      <p:sp>
        <p:nvSpPr>
          <p:cNvPr id="35" name="Shape 32"/>
          <p:cNvSpPr/>
          <p:nvPr/>
        </p:nvSpPr>
        <p:spPr>
          <a:xfrm>
            <a:off x="7218045" y="1165860"/>
            <a:ext cx="62865" cy="62865"/>
          </a:xfrm>
          <a:prstGeom prst="rect">
            <a:avLst/>
          </a:prstGeom>
          <a:solidFill>
            <a:srgbClr val="D9651F"/>
          </a:solidFill>
          <a:ln w="12700">
            <a:solidFill>
              <a:srgbClr val="D9651F"/>
            </a:solidFill>
            <a:prstDash val="solid"/>
          </a:ln>
        </p:spPr>
      </p:sp>
      <p:sp>
        <p:nvSpPr>
          <p:cNvPr id="36" name="Shape 33"/>
          <p:cNvSpPr/>
          <p:nvPr/>
        </p:nvSpPr>
        <p:spPr>
          <a:xfrm>
            <a:off x="6652260" y="1228725"/>
            <a:ext cx="62865" cy="62865"/>
          </a:xfrm>
          <a:prstGeom prst="rect">
            <a:avLst/>
          </a:prstGeom>
          <a:solidFill>
            <a:srgbClr val="D9651F"/>
          </a:solidFill>
          <a:ln w="12700">
            <a:solidFill>
              <a:srgbClr val="D9651F"/>
            </a:solidFill>
            <a:prstDash val="solid"/>
          </a:ln>
        </p:spPr>
      </p:sp>
      <p:sp>
        <p:nvSpPr>
          <p:cNvPr id="37" name="Shape 34"/>
          <p:cNvSpPr/>
          <p:nvPr/>
        </p:nvSpPr>
        <p:spPr>
          <a:xfrm>
            <a:off x="6715125" y="1228725"/>
            <a:ext cx="62865" cy="62865"/>
          </a:xfrm>
          <a:prstGeom prst="rect">
            <a:avLst/>
          </a:prstGeom>
          <a:solidFill>
            <a:srgbClr val="D9651F"/>
          </a:solidFill>
          <a:ln w="12700">
            <a:solidFill>
              <a:srgbClr val="D9651F"/>
            </a:solidFill>
            <a:prstDash val="solid"/>
          </a:ln>
        </p:spPr>
      </p:sp>
      <p:sp>
        <p:nvSpPr>
          <p:cNvPr id="38" name="Shape 35"/>
          <p:cNvSpPr/>
          <p:nvPr/>
        </p:nvSpPr>
        <p:spPr>
          <a:xfrm>
            <a:off x="6777990" y="1228725"/>
            <a:ext cx="62865" cy="62865"/>
          </a:xfrm>
          <a:prstGeom prst="rect">
            <a:avLst/>
          </a:prstGeom>
          <a:solidFill>
            <a:srgbClr val="D9651F"/>
          </a:solidFill>
          <a:ln w="12700">
            <a:solidFill>
              <a:srgbClr val="D9651F"/>
            </a:solidFill>
            <a:prstDash val="solid"/>
          </a:ln>
        </p:spPr>
      </p:sp>
      <p:sp>
        <p:nvSpPr>
          <p:cNvPr id="39" name="Shape 36"/>
          <p:cNvSpPr/>
          <p:nvPr/>
        </p:nvSpPr>
        <p:spPr>
          <a:xfrm>
            <a:off x="6840855" y="1228725"/>
            <a:ext cx="62865" cy="62865"/>
          </a:xfrm>
          <a:prstGeom prst="rect">
            <a:avLst/>
          </a:prstGeom>
          <a:solidFill>
            <a:srgbClr val="D9651F"/>
          </a:solidFill>
          <a:ln w="12700">
            <a:solidFill>
              <a:srgbClr val="D9651F"/>
            </a:solidFill>
            <a:prstDash val="solid"/>
          </a:ln>
        </p:spPr>
      </p:sp>
      <p:sp>
        <p:nvSpPr>
          <p:cNvPr id="40" name="Shape 37"/>
          <p:cNvSpPr/>
          <p:nvPr/>
        </p:nvSpPr>
        <p:spPr>
          <a:xfrm>
            <a:off x="6903720" y="1228725"/>
            <a:ext cx="62865" cy="62865"/>
          </a:xfrm>
          <a:prstGeom prst="rect">
            <a:avLst/>
          </a:prstGeom>
          <a:solidFill>
            <a:srgbClr val="D9651F"/>
          </a:solidFill>
          <a:ln w="12700">
            <a:solidFill>
              <a:srgbClr val="D9651F"/>
            </a:solidFill>
            <a:prstDash val="solid"/>
          </a:ln>
        </p:spPr>
      </p:sp>
      <p:sp>
        <p:nvSpPr>
          <p:cNvPr id="41" name="Shape 38"/>
          <p:cNvSpPr/>
          <p:nvPr/>
        </p:nvSpPr>
        <p:spPr>
          <a:xfrm>
            <a:off x="6966585" y="1228725"/>
            <a:ext cx="62865" cy="62865"/>
          </a:xfrm>
          <a:prstGeom prst="rect">
            <a:avLst/>
          </a:prstGeom>
          <a:solidFill>
            <a:srgbClr val="D9651F"/>
          </a:solidFill>
          <a:ln w="12700">
            <a:solidFill>
              <a:srgbClr val="D9651F"/>
            </a:solidFill>
            <a:prstDash val="solid"/>
          </a:ln>
        </p:spPr>
      </p:sp>
      <p:sp>
        <p:nvSpPr>
          <p:cNvPr id="42" name="Shape 39"/>
          <p:cNvSpPr/>
          <p:nvPr/>
        </p:nvSpPr>
        <p:spPr>
          <a:xfrm>
            <a:off x="7029450" y="1228725"/>
            <a:ext cx="62865" cy="62865"/>
          </a:xfrm>
          <a:prstGeom prst="rect">
            <a:avLst/>
          </a:prstGeom>
          <a:solidFill>
            <a:srgbClr val="D9651F"/>
          </a:solidFill>
          <a:ln w="12700">
            <a:solidFill>
              <a:srgbClr val="D9651F"/>
            </a:solidFill>
            <a:prstDash val="solid"/>
          </a:ln>
        </p:spPr>
      </p:sp>
      <p:sp>
        <p:nvSpPr>
          <p:cNvPr id="43" name="Shape 40"/>
          <p:cNvSpPr/>
          <p:nvPr/>
        </p:nvSpPr>
        <p:spPr>
          <a:xfrm>
            <a:off x="7092315" y="1228725"/>
            <a:ext cx="62865" cy="62865"/>
          </a:xfrm>
          <a:prstGeom prst="rect">
            <a:avLst/>
          </a:prstGeom>
          <a:solidFill>
            <a:srgbClr val="D9651F"/>
          </a:solidFill>
          <a:ln w="12700">
            <a:solidFill>
              <a:srgbClr val="D9651F"/>
            </a:solidFill>
            <a:prstDash val="solid"/>
          </a:ln>
        </p:spPr>
      </p:sp>
      <p:sp>
        <p:nvSpPr>
          <p:cNvPr id="44" name="Shape 41"/>
          <p:cNvSpPr/>
          <p:nvPr/>
        </p:nvSpPr>
        <p:spPr>
          <a:xfrm>
            <a:off x="7155180" y="1228725"/>
            <a:ext cx="62865" cy="62865"/>
          </a:xfrm>
          <a:prstGeom prst="rect">
            <a:avLst/>
          </a:prstGeom>
          <a:solidFill>
            <a:srgbClr val="D9651F"/>
          </a:solidFill>
          <a:ln w="12700">
            <a:solidFill>
              <a:srgbClr val="D9651F"/>
            </a:solidFill>
            <a:prstDash val="solid"/>
          </a:ln>
        </p:spPr>
      </p:sp>
      <p:sp>
        <p:nvSpPr>
          <p:cNvPr id="45" name="Shape 42"/>
          <p:cNvSpPr/>
          <p:nvPr/>
        </p:nvSpPr>
        <p:spPr>
          <a:xfrm>
            <a:off x="7218045" y="1228725"/>
            <a:ext cx="62865" cy="62865"/>
          </a:xfrm>
          <a:prstGeom prst="rect">
            <a:avLst/>
          </a:prstGeom>
          <a:solidFill>
            <a:srgbClr val="D9651F"/>
          </a:solidFill>
          <a:ln w="12700">
            <a:solidFill>
              <a:srgbClr val="D9651F"/>
            </a:solidFill>
            <a:prstDash val="solid"/>
          </a:ln>
        </p:spPr>
      </p:sp>
      <p:sp>
        <p:nvSpPr>
          <p:cNvPr id="46" name="Shape 43"/>
          <p:cNvSpPr/>
          <p:nvPr/>
        </p:nvSpPr>
        <p:spPr>
          <a:xfrm>
            <a:off x="6526530" y="1291590"/>
            <a:ext cx="62865" cy="62865"/>
          </a:xfrm>
          <a:prstGeom prst="rect">
            <a:avLst/>
          </a:prstGeom>
          <a:solidFill>
            <a:srgbClr val="D9651F"/>
          </a:solidFill>
          <a:ln w="12700">
            <a:solidFill>
              <a:srgbClr val="D9651F"/>
            </a:solidFill>
            <a:prstDash val="solid"/>
          </a:ln>
        </p:spPr>
      </p:sp>
      <p:sp>
        <p:nvSpPr>
          <p:cNvPr id="47" name="Shape 44"/>
          <p:cNvSpPr/>
          <p:nvPr/>
        </p:nvSpPr>
        <p:spPr>
          <a:xfrm>
            <a:off x="6589395" y="1291590"/>
            <a:ext cx="62865" cy="62865"/>
          </a:xfrm>
          <a:prstGeom prst="rect">
            <a:avLst/>
          </a:prstGeom>
          <a:solidFill>
            <a:srgbClr val="D9651F"/>
          </a:solidFill>
          <a:ln w="12700">
            <a:solidFill>
              <a:srgbClr val="D9651F"/>
            </a:solidFill>
            <a:prstDash val="solid"/>
          </a:ln>
        </p:spPr>
      </p:sp>
      <p:sp>
        <p:nvSpPr>
          <p:cNvPr id="48" name="Shape 45"/>
          <p:cNvSpPr/>
          <p:nvPr/>
        </p:nvSpPr>
        <p:spPr>
          <a:xfrm>
            <a:off x="6652260" y="1291590"/>
            <a:ext cx="62865" cy="62865"/>
          </a:xfrm>
          <a:prstGeom prst="rect">
            <a:avLst/>
          </a:prstGeom>
          <a:solidFill>
            <a:srgbClr val="D9651F"/>
          </a:solidFill>
          <a:ln w="12700">
            <a:solidFill>
              <a:srgbClr val="D9651F"/>
            </a:solidFill>
            <a:prstDash val="solid"/>
          </a:ln>
        </p:spPr>
      </p:sp>
      <p:sp>
        <p:nvSpPr>
          <p:cNvPr id="49" name="Shape 46"/>
          <p:cNvSpPr/>
          <p:nvPr/>
        </p:nvSpPr>
        <p:spPr>
          <a:xfrm>
            <a:off x="6715125" y="1291590"/>
            <a:ext cx="62865" cy="62865"/>
          </a:xfrm>
          <a:prstGeom prst="rect">
            <a:avLst/>
          </a:prstGeom>
          <a:solidFill>
            <a:srgbClr val="D9651F"/>
          </a:solidFill>
          <a:ln w="12700">
            <a:solidFill>
              <a:srgbClr val="D9651F"/>
            </a:solidFill>
            <a:prstDash val="solid"/>
          </a:ln>
        </p:spPr>
      </p:sp>
      <p:sp>
        <p:nvSpPr>
          <p:cNvPr id="50" name="Shape 47"/>
          <p:cNvSpPr/>
          <p:nvPr/>
        </p:nvSpPr>
        <p:spPr>
          <a:xfrm>
            <a:off x="6777990" y="1291590"/>
            <a:ext cx="62865" cy="62865"/>
          </a:xfrm>
          <a:prstGeom prst="rect">
            <a:avLst/>
          </a:prstGeom>
          <a:solidFill>
            <a:srgbClr val="D9651F"/>
          </a:solidFill>
          <a:ln w="12700">
            <a:solidFill>
              <a:srgbClr val="D9651F"/>
            </a:solidFill>
            <a:prstDash val="solid"/>
          </a:ln>
        </p:spPr>
      </p:sp>
      <p:sp>
        <p:nvSpPr>
          <p:cNvPr id="51" name="Shape 48"/>
          <p:cNvSpPr/>
          <p:nvPr/>
        </p:nvSpPr>
        <p:spPr>
          <a:xfrm>
            <a:off x="6840855" y="1291590"/>
            <a:ext cx="62865" cy="62865"/>
          </a:xfrm>
          <a:prstGeom prst="rect">
            <a:avLst/>
          </a:prstGeom>
          <a:solidFill>
            <a:srgbClr val="D9651F"/>
          </a:solidFill>
          <a:ln w="12700">
            <a:solidFill>
              <a:srgbClr val="D9651F"/>
            </a:solidFill>
            <a:prstDash val="solid"/>
          </a:ln>
        </p:spPr>
      </p:sp>
      <p:sp>
        <p:nvSpPr>
          <p:cNvPr id="52" name="Shape 49"/>
          <p:cNvSpPr/>
          <p:nvPr/>
        </p:nvSpPr>
        <p:spPr>
          <a:xfrm>
            <a:off x="6903720" y="1291590"/>
            <a:ext cx="62865" cy="62865"/>
          </a:xfrm>
          <a:prstGeom prst="rect">
            <a:avLst/>
          </a:prstGeom>
          <a:solidFill>
            <a:srgbClr val="D9651F"/>
          </a:solidFill>
          <a:ln w="12700">
            <a:solidFill>
              <a:srgbClr val="D9651F"/>
            </a:solidFill>
            <a:prstDash val="solid"/>
          </a:ln>
        </p:spPr>
      </p:sp>
      <p:sp>
        <p:nvSpPr>
          <p:cNvPr id="53" name="Shape 50"/>
          <p:cNvSpPr/>
          <p:nvPr/>
        </p:nvSpPr>
        <p:spPr>
          <a:xfrm>
            <a:off x="6966585" y="1291590"/>
            <a:ext cx="62865" cy="62865"/>
          </a:xfrm>
          <a:prstGeom prst="rect">
            <a:avLst/>
          </a:prstGeom>
          <a:solidFill>
            <a:srgbClr val="D9651F"/>
          </a:solidFill>
          <a:ln w="12700">
            <a:solidFill>
              <a:srgbClr val="D9651F"/>
            </a:solidFill>
            <a:prstDash val="solid"/>
          </a:ln>
        </p:spPr>
      </p:sp>
      <p:sp>
        <p:nvSpPr>
          <p:cNvPr id="54" name="Shape 51"/>
          <p:cNvSpPr/>
          <p:nvPr/>
        </p:nvSpPr>
        <p:spPr>
          <a:xfrm>
            <a:off x="7029450" y="1291590"/>
            <a:ext cx="62865" cy="62865"/>
          </a:xfrm>
          <a:prstGeom prst="rect">
            <a:avLst/>
          </a:prstGeom>
          <a:solidFill>
            <a:srgbClr val="D9651F"/>
          </a:solidFill>
          <a:ln w="12700">
            <a:solidFill>
              <a:srgbClr val="D9651F"/>
            </a:solidFill>
            <a:prstDash val="solid"/>
          </a:ln>
        </p:spPr>
      </p:sp>
      <p:sp>
        <p:nvSpPr>
          <p:cNvPr id="55" name="Shape 52"/>
          <p:cNvSpPr/>
          <p:nvPr/>
        </p:nvSpPr>
        <p:spPr>
          <a:xfrm>
            <a:off x="7092315" y="1291590"/>
            <a:ext cx="62865" cy="62865"/>
          </a:xfrm>
          <a:prstGeom prst="rect">
            <a:avLst/>
          </a:prstGeom>
          <a:solidFill>
            <a:srgbClr val="D9651F"/>
          </a:solidFill>
          <a:ln w="12700">
            <a:solidFill>
              <a:srgbClr val="D9651F"/>
            </a:solidFill>
            <a:prstDash val="solid"/>
          </a:ln>
        </p:spPr>
      </p:sp>
      <p:sp>
        <p:nvSpPr>
          <p:cNvPr id="56" name="Shape 53"/>
          <p:cNvSpPr/>
          <p:nvPr/>
        </p:nvSpPr>
        <p:spPr>
          <a:xfrm>
            <a:off x="7155180" y="1291590"/>
            <a:ext cx="62865" cy="62865"/>
          </a:xfrm>
          <a:prstGeom prst="rect">
            <a:avLst/>
          </a:prstGeom>
          <a:solidFill>
            <a:srgbClr val="D9651F"/>
          </a:solidFill>
          <a:ln w="12700">
            <a:solidFill>
              <a:srgbClr val="D9651F"/>
            </a:solidFill>
            <a:prstDash val="solid"/>
          </a:ln>
        </p:spPr>
      </p:sp>
      <p:sp>
        <p:nvSpPr>
          <p:cNvPr id="57" name="Shape 54"/>
          <p:cNvSpPr/>
          <p:nvPr/>
        </p:nvSpPr>
        <p:spPr>
          <a:xfrm>
            <a:off x="7218045" y="1291590"/>
            <a:ext cx="62865" cy="62865"/>
          </a:xfrm>
          <a:prstGeom prst="rect">
            <a:avLst/>
          </a:prstGeom>
          <a:solidFill>
            <a:srgbClr val="D9651F"/>
          </a:solidFill>
          <a:ln w="12700">
            <a:solidFill>
              <a:srgbClr val="D9651F"/>
            </a:solidFill>
            <a:prstDash val="solid"/>
          </a:ln>
        </p:spPr>
      </p:sp>
      <p:sp>
        <p:nvSpPr>
          <p:cNvPr id="58" name="Shape 55"/>
          <p:cNvSpPr/>
          <p:nvPr/>
        </p:nvSpPr>
        <p:spPr>
          <a:xfrm>
            <a:off x="7280910" y="1291590"/>
            <a:ext cx="62865" cy="62865"/>
          </a:xfrm>
          <a:prstGeom prst="rect">
            <a:avLst/>
          </a:prstGeom>
          <a:solidFill>
            <a:srgbClr val="D9651F"/>
          </a:solidFill>
          <a:ln w="12700">
            <a:solidFill>
              <a:srgbClr val="D9651F"/>
            </a:solidFill>
            <a:prstDash val="solid"/>
          </a:ln>
        </p:spPr>
      </p:sp>
      <p:sp>
        <p:nvSpPr>
          <p:cNvPr id="59" name="Shape 56"/>
          <p:cNvSpPr/>
          <p:nvPr/>
        </p:nvSpPr>
        <p:spPr>
          <a:xfrm>
            <a:off x="6526530" y="1354455"/>
            <a:ext cx="62865" cy="62865"/>
          </a:xfrm>
          <a:prstGeom prst="rect">
            <a:avLst/>
          </a:prstGeom>
          <a:solidFill>
            <a:srgbClr val="D9651F"/>
          </a:solidFill>
          <a:ln w="12700">
            <a:solidFill>
              <a:srgbClr val="D9651F"/>
            </a:solidFill>
            <a:prstDash val="solid"/>
          </a:ln>
        </p:spPr>
      </p:sp>
      <p:sp>
        <p:nvSpPr>
          <p:cNvPr id="60" name="Shape 57"/>
          <p:cNvSpPr/>
          <p:nvPr/>
        </p:nvSpPr>
        <p:spPr>
          <a:xfrm>
            <a:off x="6589395" y="1354455"/>
            <a:ext cx="62865" cy="62865"/>
          </a:xfrm>
          <a:prstGeom prst="rect">
            <a:avLst/>
          </a:prstGeom>
          <a:solidFill>
            <a:srgbClr val="D9651F"/>
          </a:solidFill>
          <a:ln w="12700">
            <a:solidFill>
              <a:srgbClr val="D9651F"/>
            </a:solidFill>
            <a:prstDash val="solid"/>
          </a:ln>
        </p:spPr>
      </p:sp>
      <p:sp>
        <p:nvSpPr>
          <p:cNvPr id="61" name="Shape 58"/>
          <p:cNvSpPr/>
          <p:nvPr/>
        </p:nvSpPr>
        <p:spPr>
          <a:xfrm>
            <a:off x="6652260" y="1354455"/>
            <a:ext cx="62865" cy="62865"/>
          </a:xfrm>
          <a:prstGeom prst="rect">
            <a:avLst/>
          </a:prstGeom>
          <a:solidFill>
            <a:srgbClr val="D9651F"/>
          </a:solidFill>
          <a:ln w="12700">
            <a:solidFill>
              <a:srgbClr val="D9651F"/>
            </a:solidFill>
            <a:prstDash val="solid"/>
          </a:ln>
        </p:spPr>
      </p:sp>
      <p:sp>
        <p:nvSpPr>
          <p:cNvPr id="62" name="Shape 59"/>
          <p:cNvSpPr/>
          <p:nvPr/>
        </p:nvSpPr>
        <p:spPr>
          <a:xfrm>
            <a:off x="6715125" y="1354455"/>
            <a:ext cx="62865" cy="62865"/>
          </a:xfrm>
          <a:prstGeom prst="rect">
            <a:avLst/>
          </a:prstGeom>
          <a:solidFill>
            <a:srgbClr val="D9651F"/>
          </a:solidFill>
          <a:ln w="12700">
            <a:solidFill>
              <a:srgbClr val="D9651F"/>
            </a:solidFill>
            <a:prstDash val="solid"/>
          </a:ln>
        </p:spPr>
      </p:sp>
      <p:sp>
        <p:nvSpPr>
          <p:cNvPr id="63" name="Shape 60"/>
          <p:cNvSpPr/>
          <p:nvPr/>
        </p:nvSpPr>
        <p:spPr>
          <a:xfrm>
            <a:off x="6777990" y="1354455"/>
            <a:ext cx="62865" cy="62865"/>
          </a:xfrm>
          <a:prstGeom prst="rect">
            <a:avLst/>
          </a:prstGeom>
          <a:solidFill>
            <a:srgbClr val="D9651F"/>
          </a:solidFill>
          <a:ln w="12700">
            <a:solidFill>
              <a:srgbClr val="D9651F"/>
            </a:solidFill>
            <a:prstDash val="solid"/>
          </a:ln>
        </p:spPr>
      </p:sp>
      <p:sp>
        <p:nvSpPr>
          <p:cNvPr id="64" name="Shape 61"/>
          <p:cNvSpPr/>
          <p:nvPr/>
        </p:nvSpPr>
        <p:spPr>
          <a:xfrm>
            <a:off x="6840855" y="1354455"/>
            <a:ext cx="62865" cy="62865"/>
          </a:xfrm>
          <a:prstGeom prst="rect">
            <a:avLst/>
          </a:prstGeom>
          <a:solidFill>
            <a:srgbClr val="D9651F"/>
          </a:solidFill>
          <a:ln w="12700">
            <a:solidFill>
              <a:srgbClr val="D9651F"/>
            </a:solidFill>
            <a:prstDash val="solid"/>
          </a:ln>
        </p:spPr>
      </p:sp>
      <p:sp>
        <p:nvSpPr>
          <p:cNvPr id="65" name="Shape 62"/>
          <p:cNvSpPr/>
          <p:nvPr/>
        </p:nvSpPr>
        <p:spPr>
          <a:xfrm>
            <a:off x="6903720" y="1354455"/>
            <a:ext cx="62865" cy="62865"/>
          </a:xfrm>
          <a:prstGeom prst="rect">
            <a:avLst/>
          </a:prstGeom>
          <a:solidFill>
            <a:srgbClr val="D9651F"/>
          </a:solidFill>
          <a:ln w="12700">
            <a:solidFill>
              <a:srgbClr val="D9651F"/>
            </a:solidFill>
            <a:prstDash val="solid"/>
          </a:ln>
        </p:spPr>
      </p:sp>
      <p:sp>
        <p:nvSpPr>
          <p:cNvPr id="66" name="Shape 63"/>
          <p:cNvSpPr/>
          <p:nvPr/>
        </p:nvSpPr>
        <p:spPr>
          <a:xfrm>
            <a:off x="6966585" y="1354455"/>
            <a:ext cx="62865" cy="62865"/>
          </a:xfrm>
          <a:prstGeom prst="rect">
            <a:avLst/>
          </a:prstGeom>
          <a:solidFill>
            <a:srgbClr val="D9651F"/>
          </a:solidFill>
          <a:ln w="12700">
            <a:solidFill>
              <a:srgbClr val="D9651F"/>
            </a:solidFill>
            <a:prstDash val="solid"/>
          </a:ln>
        </p:spPr>
      </p:sp>
      <p:sp>
        <p:nvSpPr>
          <p:cNvPr id="67" name="Shape 64"/>
          <p:cNvSpPr/>
          <p:nvPr/>
        </p:nvSpPr>
        <p:spPr>
          <a:xfrm>
            <a:off x="7029450" y="1354455"/>
            <a:ext cx="62865" cy="62865"/>
          </a:xfrm>
          <a:prstGeom prst="rect">
            <a:avLst/>
          </a:prstGeom>
          <a:solidFill>
            <a:srgbClr val="D9651F"/>
          </a:solidFill>
          <a:ln w="12700">
            <a:solidFill>
              <a:srgbClr val="D9651F"/>
            </a:solidFill>
            <a:prstDash val="solid"/>
          </a:ln>
        </p:spPr>
      </p:sp>
      <p:sp>
        <p:nvSpPr>
          <p:cNvPr id="68" name="Shape 65"/>
          <p:cNvSpPr/>
          <p:nvPr/>
        </p:nvSpPr>
        <p:spPr>
          <a:xfrm>
            <a:off x="7092315" y="1354455"/>
            <a:ext cx="62865" cy="62865"/>
          </a:xfrm>
          <a:prstGeom prst="rect">
            <a:avLst/>
          </a:prstGeom>
          <a:solidFill>
            <a:srgbClr val="D9651F"/>
          </a:solidFill>
          <a:ln w="12700">
            <a:solidFill>
              <a:srgbClr val="D9651F"/>
            </a:solidFill>
            <a:prstDash val="solid"/>
          </a:ln>
        </p:spPr>
      </p:sp>
      <p:sp>
        <p:nvSpPr>
          <p:cNvPr id="69" name="Shape 66"/>
          <p:cNvSpPr/>
          <p:nvPr/>
        </p:nvSpPr>
        <p:spPr>
          <a:xfrm>
            <a:off x="7155180" y="1354455"/>
            <a:ext cx="62865" cy="62865"/>
          </a:xfrm>
          <a:prstGeom prst="rect">
            <a:avLst/>
          </a:prstGeom>
          <a:solidFill>
            <a:srgbClr val="D9651F"/>
          </a:solidFill>
          <a:ln w="12700">
            <a:solidFill>
              <a:srgbClr val="D9651F"/>
            </a:solidFill>
            <a:prstDash val="solid"/>
          </a:ln>
        </p:spPr>
      </p:sp>
      <p:sp>
        <p:nvSpPr>
          <p:cNvPr id="70" name="Shape 67"/>
          <p:cNvSpPr/>
          <p:nvPr/>
        </p:nvSpPr>
        <p:spPr>
          <a:xfrm>
            <a:off x="7218045" y="1354455"/>
            <a:ext cx="62865" cy="62865"/>
          </a:xfrm>
          <a:prstGeom prst="rect">
            <a:avLst/>
          </a:prstGeom>
          <a:solidFill>
            <a:srgbClr val="D9651F"/>
          </a:solidFill>
          <a:ln w="12700">
            <a:solidFill>
              <a:srgbClr val="D9651F"/>
            </a:solidFill>
            <a:prstDash val="solid"/>
          </a:ln>
        </p:spPr>
      </p:sp>
      <p:sp>
        <p:nvSpPr>
          <p:cNvPr id="71" name="Shape 68"/>
          <p:cNvSpPr/>
          <p:nvPr/>
        </p:nvSpPr>
        <p:spPr>
          <a:xfrm>
            <a:off x="7280910" y="1354455"/>
            <a:ext cx="62865" cy="62865"/>
          </a:xfrm>
          <a:prstGeom prst="rect">
            <a:avLst/>
          </a:prstGeom>
          <a:solidFill>
            <a:srgbClr val="D9651F"/>
          </a:solidFill>
          <a:ln w="12700">
            <a:solidFill>
              <a:srgbClr val="D9651F"/>
            </a:solidFill>
            <a:prstDash val="solid"/>
          </a:ln>
        </p:spPr>
      </p:sp>
      <p:sp>
        <p:nvSpPr>
          <p:cNvPr id="72" name="Shape 69"/>
          <p:cNvSpPr/>
          <p:nvPr/>
        </p:nvSpPr>
        <p:spPr>
          <a:xfrm>
            <a:off x="6526530" y="1417320"/>
            <a:ext cx="62865" cy="62865"/>
          </a:xfrm>
          <a:prstGeom prst="rect">
            <a:avLst/>
          </a:prstGeom>
          <a:solidFill>
            <a:srgbClr val="D9651F"/>
          </a:solidFill>
          <a:ln w="12700">
            <a:solidFill>
              <a:srgbClr val="D9651F"/>
            </a:solidFill>
            <a:prstDash val="solid"/>
          </a:ln>
        </p:spPr>
      </p:sp>
      <p:sp>
        <p:nvSpPr>
          <p:cNvPr id="73" name="Shape 70"/>
          <p:cNvSpPr/>
          <p:nvPr/>
        </p:nvSpPr>
        <p:spPr>
          <a:xfrm>
            <a:off x="6589395" y="1417320"/>
            <a:ext cx="62865" cy="62865"/>
          </a:xfrm>
          <a:prstGeom prst="rect">
            <a:avLst/>
          </a:prstGeom>
          <a:solidFill>
            <a:srgbClr val="D9651F"/>
          </a:solidFill>
          <a:ln w="12700">
            <a:solidFill>
              <a:srgbClr val="D9651F"/>
            </a:solidFill>
            <a:prstDash val="solid"/>
          </a:ln>
        </p:spPr>
      </p:sp>
      <p:sp>
        <p:nvSpPr>
          <p:cNvPr id="74" name="Shape 71"/>
          <p:cNvSpPr/>
          <p:nvPr/>
        </p:nvSpPr>
        <p:spPr>
          <a:xfrm>
            <a:off x="6652260" y="1417320"/>
            <a:ext cx="62865" cy="62865"/>
          </a:xfrm>
          <a:prstGeom prst="rect">
            <a:avLst/>
          </a:prstGeom>
          <a:solidFill>
            <a:srgbClr val="D9651F"/>
          </a:solidFill>
          <a:ln w="12700">
            <a:solidFill>
              <a:srgbClr val="D9651F"/>
            </a:solidFill>
            <a:prstDash val="solid"/>
          </a:ln>
        </p:spPr>
      </p:sp>
      <p:sp>
        <p:nvSpPr>
          <p:cNvPr id="75" name="Shape 72"/>
          <p:cNvSpPr/>
          <p:nvPr/>
        </p:nvSpPr>
        <p:spPr>
          <a:xfrm>
            <a:off x="6715125" y="1417320"/>
            <a:ext cx="62865" cy="62865"/>
          </a:xfrm>
          <a:prstGeom prst="rect">
            <a:avLst/>
          </a:prstGeom>
          <a:solidFill>
            <a:srgbClr val="D9651F"/>
          </a:solidFill>
          <a:ln w="12700">
            <a:solidFill>
              <a:srgbClr val="D9651F"/>
            </a:solidFill>
            <a:prstDash val="solid"/>
          </a:ln>
        </p:spPr>
      </p:sp>
      <p:sp>
        <p:nvSpPr>
          <p:cNvPr id="76" name="Shape 73"/>
          <p:cNvSpPr/>
          <p:nvPr/>
        </p:nvSpPr>
        <p:spPr>
          <a:xfrm>
            <a:off x="6840855" y="1417320"/>
            <a:ext cx="62865" cy="62865"/>
          </a:xfrm>
          <a:prstGeom prst="rect">
            <a:avLst/>
          </a:prstGeom>
          <a:solidFill>
            <a:srgbClr val="D9651F"/>
          </a:solidFill>
          <a:ln w="12700">
            <a:solidFill>
              <a:srgbClr val="D9651F"/>
            </a:solidFill>
            <a:prstDash val="solid"/>
          </a:ln>
        </p:spPr>
      </p:sp>
      <p:sp>
        <p:nvSpPr>
          <p:cNvPr id="77" name="Shape 74"/>
          <p:cNvSpPr/>
          <p:nvPr/>
        </p:nvSpPr>
        <p:spPr>
          <a:xfrm>
            <a:off x="6903720" y="1417320"/>
            <a:ext cx="62865" cy="62865"/>
          </a:xfrm>
          <a:prstGeom prst="rect">
            <a:avLst/>
          </a:prstGeom>
          <a:solidFill>
            <a:srgbClr val="D9651F"/>
          </a:solidFill>
          <a:ln w="12700">
            <a:solidFill>
              <a:srgbClr val="D9651F"/>
            </a:solidFill>
            <a:prstDash val="solid"/>
          </a:ln>
        </p:spPr>
      </p:sp>
      <p:sp>
        <p:nvSpPr>
          <p:cNvPr id="78" name="Shape 75"/>
          <p:cNvSpPr/>
          <p:nvPr/>
        </p:nvSpPr>
        <p:spPr>
          <a:xfrm>
            <a:off x="6966585" y="1417320"/>
            <a:ext cx="62865" cy="62865"/>
          </a:xfrm>
          <a:prstGeom prst="rect">
            <a:avLst/>
          </a:prstGeom>
          <a:solidFill>
            <a:srgbClr val="D9651F"/>
          </a:solidFill>
          <a:ln w="12700">
            <a:solidFill>
              <a:srgbClr val="D9651F"/>
            </a:solidFill>
            <a:prstDash val="solid"/>
          </a:ln>
        </p:spPr>
      </p:sp>
      <p:sp>
        <p:nvSpPr>
          <p:cNvPr id="79" name="Shape 76"/>
          <p:cNvSpPr/>
          <p:nvPr/>
        </p:nvSpPr>
        <p:spPr>
          <a:xfrm>
            <a:off x="7029450" y="1417320"/>
            <a:ext cx="62865" cy="62865"/>
          </a:xfrm>
          <a:prstGeom prst="rect">
            <a:avLst/>
          </a:prstGeom>
          <a:solidFill>
            <a:srgbClr val="D9651F"/>
          </a:solidFill>
          <a:ln w="12700">
            <a:solidFill>
              <a:srgbClr val="D9651F"/>
            </a:solidFill>
            <a:prstDash val="solid"/>
          </a:ln>
        </p:spPr>
      </p:sp>
      <p:sp>
        <p:nvSpPr>
          <p:cNvPr id="80" name="Shape 77"/>
          <p:cNvSpPr/>
          <p:nvPr/>
        </p:nvSpPr>
        <p:spPr>
          <a:xfrm>
            <a:off x="7092315" y="1417320"/>
            <a:ext cx="62865" cy="62865"/>
          </a:xfrm>
          <a:prstGeom prst="rect">
            <a:avLst/>
          </a:prstGeom>
          <a:solidFill>
            <a:srgbClr val="D9651F"/>
          </a:solidFill>
          <a:ln w="12700">
            <a:solidFill>
              <a:srgbClr val="D9651F"/>
            </a:solidFill>
            <a:prstDash val="solid"/>
          </a:ln>
        </p:spPr>
      </p:sp>
      <p:sp>
        <p:nvSpPr>
          <p:cNvPr id="81" name="Shape 78"/>
          <p:cNvSpPr/>
          <p:nvPr/>
        </p:nvSpPr>
        <p:spPr>
          <a:xfrm>
            <a:off x="7155180" y="1417320"/>
            <a:ext cx="62865" cy="62865"/>
          </a:xfrm>
          <a:prstGeom prst="rect">
            <a:avLst/>
          </a:prstGeom>
          <a:solidFill>
            <a:srgbClr val="D9651F"/>
          </a:solidFill>
          <a:ln w="12700">
            <a:solidFill>
              <a:srgbClr val="D9651F"/>
            </a:solidFill>
            <a:prstDash val="solid"/>
          </a:ln>
        </p:spPr>
      </p:sp>
      <p:sp>
        <p:nvSpPr>
          <p:cNvPr id="82" name="Shape 79"/>
          <p:cNvSpPr/>
          <p:nvPr/>
        </p:nvSpPr>
        <p:spPr>
          <a:xfrm>
            <a:off x="7218045" y="1417320"/>
            <a:ext cx="62865" cy="62865"/>
          </a:xfrm>
          <a:prstGeom prst="rect">
            <a:avLst/>
          </a:prstGeom>
          <a:solidFill>
            <a:srgbClr val="D9651F"/>
          </a:solidFill>
          <a:ln w="12700">
            <a:solidFill>
              <a:srgbClr val="D9651F"/>
            </a:solidFill>
            <a:prstDash val="solid"/>
          </a:ln>
        </p:spPr>
      </p:sp>
      <p:sp>
        <p:nvSpPr>
          <p:cNvPr id="83" name="Shape 80"/>
          <p:cNvSpPr/>
          <p:nvPr/>
        </p:nvSpPr>
        <p:spPr>
          <a:xfrm>
            <a:off x="6463665" y="1480185"/>
            <a:ext cx="62865" cy="62865"/>
          </a:xfrm>
          <a:prstGeom prst="rect">
            <a:avLst/>
          </a:prstGeom>
          <a:solidFill>
            <a:srgbClr val="D9651F"/>
          </a:solidFill>
          <a:ln w="12700">
            <a:solidFill>
              <a:srgbClr val="D9651F"/>
            </a:solidFill>
            <a:prstDash val="solid"/>
          </a:ln>
        </p:spPr>
      </p:sp>
      <p:sp>
        <p:nvSpPr>
          <p:cNvPr id="84" name="Shape 81"/>
          <p:cNvSpPr/>
          <p:nvPr/>
        </p:nvSpPr>
        <p:spPr>
          <a:xfrm>
            <a:off x="6526530" y="1480185"/>
            <a:ext cx="62865" cy="62865"/>
          </a:xfrm>
          <a:prstGeom prst="rect">
            <a:avLst/>
          </a:prstGeom>
          <a:solidFill>
            <a:srgbClr val="D9651F"/>
          </a:solidFill>
          <a:ln w="12700">
            <a:solidFill>
              <a:srgbClr val="D9651F"/>
            </a:solidFill>
            <a:prstDash val="solid"/>
          </a:ln>
        </p:spPr>
      </p:sp>
      <p:sp>
        <p:nvSpPr>
          <p:cNvPr id="85" name="Shape 82"/>
          <p:cNvSpPr/>
          <p:nvPr/>
        </p:nvSpPr>
        <p:spPr>
          <a:xfrm>
            <a:off x="6589395" y="1480185"/>
            <a:ext cx="62865" cy="62865"/>
          </a:xfrm>
          <a:prstGeom prst="rect">
            <a:avLst/>
          </a:prstGeom>
          <a:solidFill>
            <a:srgbClr val="D9651F"/>
          </a:solidFill>
          <a:ln w="12700">
            <a:solidFill>
              <a:srgbClr val="D9651F"/>
            </a:solidFill>
            <a:prstDash val="solid"/>
          </a:ln>
        </p:spPr>
      </p:sp>
      <p:sp>
        <p:nvSpPr>
          <p:cNvPr id="86" name="Shape 83"/>
          <p:cNvSpPr/>
          <p:nvPr/>
        </p:nvSpPr>
        <p:spPr>
          <a:xfrm>
            <a:off x="6652260" y="1480185"/>
            <a:ext cx="62865" cy="62865"/>
          </a:xfrm>
          <a:prstGeom prst="rect">
            <a:avLst/>
          </a:prstGeom>
          <a:solidFill>
            <a:srgbClr val="D9651F"/>
          </a:solidFill>
          <a:ln w="12700">
            <a:solidFill>
              <a:srgbClr val="D9651F"/>
            </a:solidFill>
            <a:prstDash val="solid"/>
          </a:ln>
        </p:spPr>
      </p:sp>
      <p:sp>
        <p:nvSpPr>
          <p:cNvPr id="87" name="Shape 84"/>
          <p:cNvSpPr/>
          <p:nvPr/>
        </p:nvSpPr>
        <p:spPr>
          <a:xfrm>
            <a:off x="6715125" y="1480185"/>
            <a:ext cx="62865" cy="62865"/>
          </a:xfrm>
          <a:prstGeom prst="rect">
            <a:avLst/>
          </a:prstGeom>
          <a:solidFill>
            <a:srgbClr val="D9651F"/>
          </a:solidFill>
          <a:ln w="12700">
            <a:solidFill>
              <a:srgbClr val="D9651F"/>
            </a:solidFill>
            <a:prstDash val="solid"/>
          </a:ln>
        </p:spPr>
      </p:sp>
      <p:sp>
        <p:nvSpPr>
          <p:cNvPr id="88" name="Shape 85"/>
          <p:cNvSpPr/>
          <p:nvPr/>
        </p:nvSpPr>
        <p:spPr>
          <a:xfrm>
            <a:off x="6777990" y="1480185"/>
            <a:ext cx="62865" cy="62865"/>
          </a:xfrm>
          <a:prstGeom prst="rect">
            <a:avLst/>
          </a:prstGeom>
          <a:solidFill>
            <a:srgbClr val="D9651F"/>
          </a:solidFill>
          <a:ln w="12700">
            <a:solidFill>
              <a:srgbClr val="D9651F"/>
            </a:solidFill>
            <a:prstDash val="solid"/>
          </a:ln>
        </p:spPr>
      </p:sp>
      <p:sp>
        <p:nvSpPr>
          <p:cNvPr id="89" name="Shape 86"/>
          <p:cNvSpPr/>
          <p:nvPr/>
        </p:nvSpPr>
        <p:spPr>
          <a:xfrm>
            <a:off x="6840855" y="1480185"/>
            <a:ext cx="62865" cy="62865"/>
          </a:xfrm>
          <a:prstGeom prst="rect">
            <a:avLst/>
          </a:prstGeom>
          <a:solidFill>
            <a:srgbClr val="D9651F"/>
          </a:solidFill>
          <a:ln w="12700">
            <a:solidFill>
              <a:srgbClr val="D9651F"/>
            </a:solidFill>
            <a:prstDash val="solid"/>
          </a:ln>
        </p:spPr>
      </p:sp>
      <p:sp>
        <p:nvSpPr>
          <p:cNvPr id="90" name="Shape 87"/>
          <p:cNvSpPr/>
          <p:nvPr/>
        </p:nvSpPr>
        <p:spPr>
          <a:xfrm>
            <a:off x="6903720" y="1480185"/>
            <a:ext cx="62865" cy="62865"/>
          </a:xfrm>
          <a:prstGeom prst="rect">
            <a:avLst/>
          </a:prstGeom>
          <a:solidFill>
            <a:srgbClr val="D9651F"/>
          </a:solidFill>
          <a:ln w="12700">
            <a:solidFill>
              <a:srgbClr val="D9651F"/>
            </a:solidFill>
            <a:prstDash val="solid"/>
          </a:ln>
        </p:spPr>
      </p:sp>
      <p:sp>
        <p:nvSpPr>
          <p:cNvPr id="91" name="Shape 88"/>
          <p:cNvSpPr/>
          <p:nvPr/>
        </p:nvSpPr>
        <p:spPr>
          <a:xfrm>
            <a:off x="6966585" y="1480185"/>
            <a:ext cx="62865" cy="62865"/>
          </a:xfrm>
          <a:prstGeom prst="rect">
            <a:avLst/>
          </a:prstGeom>
          <a:solidFill>
            <a:srgbClr val="D9651F"/>
          </a:solidFill>
          <a:ln w="12700">
            <a:solidFill>
              <a:srgbClr val="D9651F"/>
            </a:solidFill>
            <a:prstDash val="solid"/>
          </a:ln>
        </p:spPr>
      </p:sp>
      <p:sp>
        <p:nvSpPr>
          <p:cNvPr id="92" name="Shape 89"/>
          <p:cNvSpPr/>
          <p:nvPr/>
        </p:nvSpPr>
        <p:spPr>
          <a:xfrm>
            <a:off x="7029450" y="1480185"/>
            <a:ext cx="62865" cy="62865"/>
          </a:xfrm>
          <a:prstGeom prst="rect">
            <a:avLst/>
          </a:prstGeom>
          <a:solidFill>
            <a:srgbClr val="D9651F"/>
          </a:solidFill>
          <a:ln w="12700">
            <a:solidFill>
              <a:srgbClr val="D9651F"/>
            </a:solidFill>
            <a:prstDash val="solid"/>
          </a:ln>
        </p:spPr>
      </p:sp>
      <p:sp>
        <p:nvSpPr>
          <p:cNvPr id="93" name="Shape 90"/>
          <p:cNvSpPr/>
          <p:nvPr/>
        </p:nvSpPr>
        <p:spPr>
          <a:xfrm>
            <a:off x="7092315" y="1480185"/>
            <a:ext cx="62865" cy="62865"/>
          </a:xfrm>
          <a:prstGeom prst="rect">
            <a:avLst/>
          </a:prstGeom>
          <a:solidFill>
            <a:srgbClr val="D9651F"/>
          </a:solidFill>
          <a:ln w="12700">
            <a:solidFill>
              <a:srgbClr val="D9651F"/>
            </a:solidFill>
            <a:prstDash val="solid"/>
          </a:ln>
        </p:spPr>
      </p:sp>
      <p:sp>
        <p:nvSpPr>
          <p:cNvPr id="94" name="Shape 91"/>
          <p:cNvSpPr/>
          <p:nvPr/>
        </p:nvSpPr>
        <p:spPr>
          <a:xfrm>
            <a:off x="7155180" y="1480185"/>
            <a:ext cx="62865" cy="62865"/>
          </a:xfrm>
          <a:prstGeom prst="rect">
            <a:avLst/>
          </a:prstGeom>
          <a:solidFill>
            <a:srgbClr val="D9651F"/>
          </a:solidFill>
          <a:ln w="12700">
            <a:solidFill>
              <a:srgbClr val="D9651F"/>
            </a:solidFill>
            <a:prstDash val="solid"/>
          </a:ln>
        </p:spPr>
      </p:sp>
      <p:sp>
        <p:nvSpPr>
          <p:cNvPr id="95" name="Shape 92"/>
          <p:cNvSpPr/>
          <p:nvPr/>
        </p:nvSpPr>
        <p:spPr>
          <a:xfrm>
            <a:off x="7218045" y="1480185"/>
            <a:ext cx="62865" cy="62865"/>
          </a:xfrm>
          <a:prstGeom prst="rect">
            <a:avLst/>
          </a:prstGeom>
          <a:solidFill>
            <a:srgbClr val="D9651F"/>
          </a:solidFill>
          <a:ln w="12700">
            <a:solidFill>
              <a:srgbClr val="D9651F"/>
            </a:solidFill>
            <a:prstDash val="solid"/>
          </a:ln>
        </p:spPr>
      </p:sp>
      <p:sp>
        <p:nvSpPr>
          <p:cNvPr id="96" name="Shape 93"/>
          <p:cNvSpPr/>
          <p:nvPr/>
        </p:nvSpPr>
        <p:spPr>
          <a:xfrm>
            <a:off x="6526530" y="1543050"/>
            <a:ext cx="62865" cy="62865"/>
          </a:xfrm>
          <a:prstGeom prst="rect">
            <a:avLst/>
          </a:prstGeom>
          <a:solidFill>
            <a:srgbClr val="D9651F"/>
          </a:solidFill>
          <a:ln w="12700">
            <a:solidFill>
              <a:srgbClr val="D9651F"/>
            </a:solidFill>
            <a:prstDash val="solid"/>
          </a:ln>
        </p:spPr>
      </p:sp>
      <p:sp>
        <p:nvSpPr>
          <p:cNvPr id="97" name="Shape 94"/>
          <p:cNvSpPr/>
          <p:nvPr/>
        </p:nvSpPr>
        <p:spPr>
          <a:xfrm>
            <a:off x="6589395" y="1543050"/>
            <a:ext cx="62865" cy="62865"/>
          </a:xfrm>
          <a:prstGeom prst="rect">
            <a:avLst/>
          </a:prstGeom>
          <a:solidFill>
            <a:srgbClr val="D9651F"/>
          </a:solidFill>
          <a:ln w="12700">
            <a:solidFill>
              <a:srgbClr val="D9651F"/>
            </a:solidFill>
            <a:prstDash val="solid"/>
          </a:ln>
        </p:spPr>
      </p:sp>
      <p:sp>
        <p:nvSpPr>
          <p:cNvPr id="98" name="Shape 95"/>
          <p:cNvSpPr/>
          <p:nvPr/>
        </p:nvSpPr>
        <p:spPr>
          <a:xfrm>
            <a:off x="6652260" y="1543050"/>
            <a:ext cx="62865" cy="62865"/>
          </a:xfrm>
          <a:prstGeom prst="rect">
            <a:avLst/>
          </a:prstGeom>
          <a:solidFill>
            <a:srgbClr val="D9651F"/>
          </a:solidFill>
          <a:ln w="12700">
            <a:solidFill>
              <a:srgbClr val="D9651F"/>
            </a:solidFill>
            <a:prstDash val="solid"/>
          </a:ln>
        </p:spPr>
      </p:sp>
      <p:sp>
        <p:nvSpPr>
          <p:cNvPr id="99" name="Shape 96"/>
          <p:cNvSpPr/>
          <p:nvPr/>
        </p:nvSpPr>
        <p:spPr>
          <a:xfrm>
            <a:off x="6715125" y="1543050"/>
            <a:ext cx="62865" cy="62865"/>
          </a:xfrm>
          <a:prstGeom prst="rect">
            <a:avLst/>
          </a:prstGeom>
          <a:solidFill>
            <a:srgbClr val="D9651F"/>
          </a:solidFill>
          <a:ln w="12700">
            <a:solidFill>
              <a:srgbClr val="D9651F"/>
            </a:solidFill>
            <a:prstDash val="solid"/>
          </a:ln>
        </p:spPr>
      </p:sp>
      <p:sp>
        <p:nvSpPr>
          <p:cNvPr id="100" name="Shape 97"/>
          <p:cNvSpPr/>
          <p:nvPr/>
        </p:nvSpPr>
        <p:spPr>
          <a:xfrm>
            <a:off x="6777990" y="1543050"/>
            <a:ext cx="62865" cy="62865"/>
          </a:xfrm>
          <a:prstGeom prst="rect">
            <a:avLst/>
          </a:prstGeom>
          <a:solidFill>
            <a:srgbClr val="D9651F"/>
          </a:solidFill>
          <a:ln w="12700">
            <a:solidFill>
              <a:srgbClr val="D9651F"/>
            </a:solidFill>
            <a:prstDash val="solid"/>
          </a:ln>
        </p:spPr>
      </p:sp>
      <p:sp>
        <p:nvSpPr>
          <p:cNvPr id="101" name="Shape 98"/>
          <p:cNvSpPr/>
          <p:nvPr/>
        </p:nvSpPr>
        <p:spPr>
          <a:xfrm>
            <a:off x="6840855" y="1543050"/>
            <a:ext cx="62865" cy="62865"/>
          </a:xfrm>
          <a:prstGeom prst="rect">
            <a:avLst/>
          </a:prstGeom>
          <a:solidFill>
            <a:srgbClr val="D9651F"/>
          </a:solidFill>
          <a:ln w="12700">
            <a:solidFill>
              <a:srgbClr val="D9651F"/>
            </a:solidFill>
            <a:prstDash val="solid"/>
          </a:ln>
        </p:spPr>
      </p:sp>
      <p:sp>
        <p:nvSpPr>
          <p:cNvPr id="102" name="Shape 99"/>
          <p:cNvSpPr/>
          <p:nvPr/>
        </p:nvSpPr>
        <p:spPr>
          <a:xfrm>
            <a:off x="6903720" y="1543050"/>
            <a:ext cx="62865" cy="62865"/>
          </a:xfrm>
          <a:prstGeom prst="rect">
            <a:avLst/>
          </a:prstGeom>
          <a:solidFill>
            <a:srgbClr val="D9651F"/>
          </a:solidFill>
          <a:ln w="12700">
            <a:solidFill>
              <a:srgbClr val="D9651F"/>
            </a:solidFill>
            <a:prstDash val="solid"/>
          </a:ln>
        </p:spPr>
      </p:sp>
      <p:sp>
        <p:nvSpPr>
          <p:cNvPr id="103" name="Shape 100"/>
          <p:cNvSpPr/>
          <p:nvPr/>
        </p:nvSpPr>
        <p:spPr>
          <a:xfrm>
            <a:off x="6966585" y="1543050"/>
            <a:ext cx="62865" cy="62865"/>
          </a:xfrm>
          <a:prstGeom prst="rect">
            <a:avLst/>
          </a:prstGeom>
          <a:solidFill>
            <a:srgbClr val="D9651F"/>
          </a:solidFill>
          <a:ln w="12700">
            <a:solidFill>
              <a:srgbClr val="D9651F"/>
            </a:solidFill>
            <a:prstDash val="solid"/>
          </a:ln>
        </p:spPr>
      </p:sp>
      <p:sp>
        <p:nvSpPr>
          <p:cNvPr id="104" name="Shape 101"/>
          <p:cNvSpPr/>
          <p:nvPr/>
        </p:nvSpPr>
        <p:spPr>
          <a:xfrm>
            <a:off x="7092315" y="1543050"/>
            <a:ext cx="62865" cy="62865"/>
          </a:xfrm>
          <a:prstGeom prst="rect">
            <a:avLst/>
          </a:prstGeom>
          <a:solidFill>
            <a:srgbClr val="D9651F"/>
          </a:solidFill>
          <a:ln w="12700">
            <a:solidFill>
              <a:srgbClr val="D9651F"/>
            </a:solidFill>
            <a:prstDash val="solid"/>
          </a:ln>
        </p:spPr>
      </p:sp>
      <p:sp>
        <p:nvSpPr>
          <p:cNvPr id="105" name="Shape 102"/>
          <p:cNvSpPr/>
          <p:nvPr/>
        </p:nvSpPr>
        <p:spPr>
          <a:xfrm>
            <a:off x="7155180" y="1543050"/>
            <a:ext cx="62865" cy="62865"/>
          </a:xfrm>
          <a:prstGeom prst="rect">
            <a:avLst/>
          </a:prstGeom>
          <a:solidFill>
            <a:srgbClr val="D9651F"/>
          </a:solidFill>
          <a:ln w="12700">
            <a:solidFill>
              <a:srgbClr val="D9651F"/>
            </a:solidFill>
            <a:prstDash val="solid"/>
          </a:ln>
        </p:spPr>
      </p:sp>
      <p:sp>
        <p:nvSpPr>
          <p:cNvPr id="106" name="Shape 103"/>
          <p:cNvSpPr/>
          <p:nvPr/>
        </p:nvSpPr>
        <p:spPr>
          <a:xfrm>
            <a:off x="6526530" y="1605915"/>
            <a:ext cx="62865" cy="62865"/>
          </a:xfrm>
          <a:prstGeom prst="rect">
            <a:avLst/>
          </a:prstGeom>
          <a:solidFill>
            <a:srgbClr val="D9651F"/>
          </a:solidFill>
          <a:ln w="12700">
            <a:solidFill>
              <a:srgbClr val="D9651F"/>
            </a:solidFill>
            <a:prstDash val="solid"/>
          </a:ln>
        </p:spPr>
      </p:sp>
      <p:sp>
        <p:nvSpPr>
          <p:cNvPr id="107" name="Shape 104"/>
          <p:cNvSpPr/>
          <p:nvPr/>
        </p:nvSpPr>
        <p:spPr>
          <a:xfrm>
            <a:off x="6589395" y="1605915"/>
            <a:ext cx="62865" cy="62865"/>
          </a:xfrm>
          <a:prstGeom prst="rect">
            <a:avLst/>
          </a:prstGeom>
          <a:solidFill>
            <a:srgbClr val="D9651F"/>
          </a:solidFill>
          <a:ln w="12700">
            <a:solidFill>
              <a:srgbClr val="D9651F"/>
            </a:solidFill>
            <a:prstDash val="solid"/>
          </a:ln>
        </p:spPr>
      </p:sp>
      <p:sp>
        <p:nvSpPr>
          <p:cNvPr id="108" name="Shape 105"/>
          <p:cNvSpPr/>
          <p:nvPr/>
        </p:nvSpPr>
        <p:spPr>
          <a:xfrm>
            <a:off x="6652260" y="1605915"/>
            <a:ext cx="62865" cy="62865"/>
          </a:xfrm>
          <a:prstGeom prst="rect">
            <a:avLst/>
          </a:prstGeom>
          <a:solidFill>
            <a:srgbClr val="D9651F"/>
          </a:solidFill>
          <a:ln w="12700">
            <a:solidFill>
              <a:srgbClr val="D9651F"/>
            </a:solidFill>
            <a:prstDash val="solid"/>
          </a:ln>
        </p:spPr>
      </p:sp>
      <p:sp>
        <p:nvSpPr>
          <p:cNvPr id="109" name="Shape 106"/>
          <p:cNvSpPr/>
          <p:nvPr/>
        </p:nvSpPr>
        <p:spPr>
          <a:xfrm>
            <a:off x="6715125" y="1605915"/>
            <a:ext cx="62865" cy="62865"/>
          </a:xfrm>
          <a:prstGeom prst="rect">
            <a:avLst/>
          </a:prstGeom>
          <a:solidFill>
            <a:srgbClr val="D9651F"/>
          </a:solidFill>
          <a:ln w="12700">
            <a:solidFill>
              <a:srgbClr val="D9651F"/>
            </a:solidFill>
            <a:prstDash val="solid"/>
          </a:ln>
        </p:spPr>
      </p:sp>
      <p:sp>
        <p:nvSpPr>
          <p:cNvPr id="110" name="Shape 107"/>
          <p:cNvSpPr/>
          <p:nvPr/>
        </p:nvSpPr>
        <p:spPr>
          <a:xfrm>
            <a:off x="6777990" y="1605915"/>
            <a:ext cx="62865" cy="62865"/>
          </a:xfrm>
          <a:prstGeom prst="rect">
            <a:avLst/>
          </a:prstGeom>
          <a:solidFill>
            <a:srgbClr val="D9651F"/>
          </a:solidFill>
          <a:ln w="12700">
            <a:solidFill>
              <a:srgbClr val="D9651F"/>
            </a:solidFill>
            <a:prstDash val="solid"/>
          </a:ln>
        </p:spPr>
      </p:sp>
      <p:sp>
        <p:nvSpPr>
          <p:cNvPr id="111" name="Shape 108"/>
          <p:cNvSpPr/>
          <p:nvPr/>
        </p:nvSpPr>
        <p:spPr>
          <a:xfrm>
            <a:off x="6840855" y="1605915"/>
            <a:ext cx="62865" cy="62865"/>
          </a:xfrm>
          <a:prstGeom prst="rect">
            <a:avLst/>
          </a:prstGeom>
          <a:solidFill>
            <a:srgbClr val="D9651F"/>
          </a:solidFill>
          <a:ln w="12700">
            <a:solidFill>
              <a:srgbClr val="D9651F"/>
            </a:solidFill>
            <a:prstDash val="solid"/>
          </a:ln>
        </p:spPr>
      </p:sp>
      <p:sp>
        <p:nvSpPr>
          <p:cNvPr id="112" name="Shape 109"/>
          <p:cNvSpPr/>
          <p:nvPr/>
        </p:nvSpPr>
        <p:spPr>
          <a:xfrm>
            <a:off x="6903720" y="1605915"/>
            <a:ext cx="62865" cy="62865"/>
          </a:xfrm>
          <a:prstGeom prst="rect">
            <a:avLst/>
          </a:prstGeom>
          <a:solidFill>
            <a:srgbClr val="D9651F"/>
          </a:solidFill>
          <a:ln w="12700">
            <a:solidFill>
              <a:srgbClr val="D9651F"/>
            </a:solidFill>
            <a:prstDash val="solid"/>
          </a:ln>
        </p:spPr>
      </p:sp>
      <p:sp>
        <p:nvSpPr>
          <p:cNvPr id="113" name="Shape 110"/>
          <p:cNvSpPr/>
          <p:nvPr/>
        </p:nvSpPr>
        <p:spPr>
          <a:xfrm>
            <a:off x="6966585" y="1605915"/>
            <a:ext cx="62865" cy="62865"/>
          </a:xfrm>
          <a:prstGeom prst="rect">
            <a:avLst/>
          </a:prstGeom>
          <a:solidFill>
            <a:srgbClr val="D9651F"/>
          </a:solidFill>
          <a:ln w="12700">
            <a:solidFill>
              <a:srgbClr val="D9651F"/>
            </a:solidFill>
            <a:prstDash val="solid"/>
          </a:ln>
        </p:spPr>
      </p:sp>
      <p:sp>
        <p:nvSpPr>
          <p:cNvPr id="114" name="Shape 111"/>
          <p:cNvSpPr/>
          <p:nvPr/>
        </p:nvSpPr>
        <p:spPr>
          <a:xfrm>
            <a:off x="7029450" y="1605915"/>
            <a:ext cx="62865" cy="62865"/>
          </a:xfrm>
          <a:prstGeom prst="rect">
            <a:avLst/>
          </a:prstGeom>
          <a:solidFill>
            <a:srgbClr val="D9651F"/>
          </a:solidFill>
          <a:ln w="12700">
            <a:solidFill>
              <a:srgbClr val="D9651F"/>
            </a:solidFill>
            <a:prstDash val="solid"/>
          </a:ln>
        </p:spPr>
      </p:sp>
      <p:sp>
        <p:nvSpPr>
          <p:cNvPr id="115" name="Shape 112"/>
          <p:cNvSpPr/>
          <p:nvPr/>
        </p:nvSpPr>
        <p:spPr>
          <a:xfrm>
            <a:off x="7092315" y="1605915"/>
            <a:ext cx="62865" cy="62865"/>
          </a:xfrm>
          <a:prstGeom prst="rect">
            <a:avLst/>
          </a:prstGeom>
          <a:solidFill>
            <a:srgbClr val="D9651F"/>
          </a:solidFill>
          <a:ln w="12700">
            <a:solidFill>
              <a:srgbClr val="D9651F"/>
            </a:solidFill>
            <a:prstDash val="solid"/>
          </a:ln>
        </p:spPr>
      </p:sp>
      <p:sp>
        <p:nvSpPr>
          <p:cNvPr id="116" name="Shape 113"/>
          <p:cNvSpPr/>
          <p:nvPr/>
        </p:nvSpPr>
        <p:spPr>
          <a:xfrm>
            <a:off x="6589395" y="1668780"/>
            <a:ext cx="62865" cy="62865"/>
          </a:xfrm>
          <a:prstGeom prst="rect">
            <a:avLst/>
          </a:prstGeom>
          <a:solidFill>
            <a:srgbClr val="D9651F"/>
          </a:solidFill>
          <a:ln w="12700">
            <a:solidFill>
              <a:srgbClr val="D9651F"/>
            </a:solidFill>
            <a:prstDash val="solid"/>
          </a:ln>
        </p:spPr>
      </p:sp>
      <p:sp>
        <p:nvSpPr>
          <p:cNvPr id="117" name="Shape 114"/>
          <p:cNvSpPr/>
          <p:nvPr/>
        </p:nvSpPr>
        <p:spPr>
          <a:xfrm>
            <a:off x="6652260" y="1668780"/>
            <a:ext cx="62865" cy="62865"/>
          </a:xfrm>
          <a:prstGeom prst="rect">
            <a:avLst/>
          </a:prstGeom>
          <a:solidFill>
            <a:srgbClr val="D9651F"/>
          </a:solidFill>
          <a:ln w="12700">
            <a:solidFill>
              <a:srgbClr val="D9651F"/>
            </a:solidFill>
            <a:prstDash val="solid"/>
          </a:ln>
        </p:spPr>
      </p:sp>
      <p:sp>
        <p:nvSpPr>
          <p:cNvPr id="118" name="Shape 115"/>
          <p:cNvSpPr/>
          <p:nvPr/>
        </p:nvSpPr>
        <p:spPr>
          <a:xfrm>
            <a:off x="6715125" y="1668780"/>
            <a:ext cx="62865" cy="62865"/>
          </a:xfrm>
          <a:prstGeom prst="rect">
            <a:avLst/>
          </a:prstGeom>
          <a:solidFill>
            <a:srgbClr val="D9651F"/>
          </a:solidFill>
          <a:ln w="12700">
            <a:solidFill>
              <a:srgbClr val="D9651F"/>
            </a:solidFill>
            <a:prstDash val="solid"/>
          </a:ln>
        </p:spPr>
      </p:sp>
      <p:sp>
        <p:nvSpPr>
          <p:cNvPr id="119" name="Shape 116"/>
          <p:cNvSpPr/>
          <p:nvPr/>
        </p:nvSpPr>
        <p:spPr>
          <a:xfrm>
            <a:off x="6777990" y="1668780"/>
            <a:ext cx="62865" cy="62865"/>
          </a:xfrm>
          <a:prstGeom prst="rect">
            <a:avLst/>
          </a:prstGeom>
          <a:solidFill>
            <a:srgbClr val="D9651F"/>
          </a:solidFill>
          <a:ln w="12700">
            <a:solidFill>
              <a:srgbClr val="D9651F"/>
            </a:solidFill>
            <a:prstDash val="solid"/>
          </a:ln>
        </p:spPr>
      </p:sp>
      <p:sp>
        <p:nvSpPr>
          <p:cNvPr id="120" name="Shape 117"/>
          <p:cNvSpPr/>
          <p:nvPr/>
        </p:nvSpPr>
        <p:spPr>
          <a:xfrm>
            <a:off x="6903720" y="1668780"/>
            <a:ext cx="62865" cy="62865"/>
          </a:xfrm>
          <a:prstGeom prst="rect">
            <a:avLst/>
          </a:prstGeom>
          <a:solidFill>
            <a:srgbClr val="D9651F"/>
          </a:solidFill>
          <a:ln w="12700">
            <a:solidFill>
              <a:srgbClr val="D9651F"/>
            </a:solidFill>
            <a:prstDash val="solid"/>
          </a:ln>
        </p:spPr>
      </p:sp>
      <p:sp>
        <p:nvSpPr>
          <p:cNvPr id="121" name="Shape 118"/>
          <p:cNvSpPr/>
          <p:nvPr/>
        </p:nvSpPr>
        <p:spPr>
          <a:xfrm>
            <a:off x="6966585" y="1668780"/>
            <a:ext cx="62865" cy="62865"/>
          </a:xfrm>
          <a:prstGeom prst="rect">
            <a:avLst/>
          </a:prstGeom>
          <a:solidFill>
            <a:srgbClr val="D9651F"/>
          </a:solidFill>
          <a:ln w="12700">
            <a:solidFill>
              <a:srgbClr val="D9651F"/>
            </a:solidFill>
            <a:prstDash val="solid"/>
          </a:ln>
        </p:spPr>
      </p:sp>
      <p:sp>
        <p:nvSpPr>
          <p:cNvPr id="122" name="Shape 119"/>
          <p:cNvSpPr/>
          <p:nvPr/>
        </p:nvSpPr>
        <p:spPr>
          <a:xfrm>
            <a:off x="7029450" y="1668780"/>
            <a:ext cx="62865" cy="62865"/>
          </a:xfrm>
          <a:prstGeom prst="rect">
            <a:avLst/>
          </a:prstGeom>
          <a:solidFill>
            <a:srgbClr val="D9651F"/>
          </a:solidFill>
          <a:ln w="12700">
            <a:solidFill>
              <a:srgbClr val="D9651F"/>
            </a:solidFill>
            <a:prstDash val="solid"/>
          </a:ln>
        </p:spPr>
      </p:sp>
      <p:sp>
        <p:nvSpPr>
          <p:cNvPr id="123" name="Shape 120"/>
          <p:cNvSpPr/>
          <p:nvPr/>
        </p:nvSpPr>
        <p:spPr>
          <a:xfrm>
            <a:off x="6715125" y="1731645"/>
            <a:ext cx="62865" cy="62865"/>
          </a:xfrm>
          <a:prstGeom prst="rect">
            <a:avLst/>
          </a:prstGeom>
          <a:solidFill>
            <a:srgbClr val="D9651F"/>
          </a:solidFill>
          <a:ln w="12700">
            <a:solidFill>
              <a:srgbClr val="D9651F"/>
            </a:solidFill>
            <a:prstDash val="solid"/>
          </a:ln>
        </p:spPr>
      </p:sp>
      <p:sp>
        <p:nvSpPr>
          <p:cNvPr id="124" name="Shape 121"/>
          <p:cNvSpPr/>
          <p:nvPr/>
        </p:nvSpPr>
        <p:spPr>
          <a:xfrm>
            <a:off x="6777990" y="1731645"/>
            <a:ext cx="62865" cy="62865"/>
          </a:xfrm>
          <a:prstGeom prst="rect">
            <a:avLst/>
          </a:prstGeom>
          <a:solidFill>
            <a:srgbClr val="D9651F"/>
          </a:solidFill>
          <a:ln w="12700">
            <a:solidFill>
              <a:srgbClr val="D9651F"/>
            </a:solidFill>
            <a:prstDash val="solid"/>
          </a:ln>
        </p:spPr>
      </p:sp>
      <p:sp>
        <p:nvSpPr>
          <p:cNvPr id="125" name="Shape 122"/>
          <p:cNvSpPr/>
          <p:nvPr/>
        </p:nvSpPr>
        <p:spPr>
          <a:xfrm>
            <a:off x="6840855" y="1731645"/>
            <a:ext cx="62865" cy="62865"/>
          </a:xfrm>
          <a:prstGeom prst="rect">
            <a:avLst/>
          </a:prstGeom>
          <a:solidFill>
            <a:srgbClr val="D9651F"/>
          </a:solidFill>
          <a:ln w="12700">
            <a:solidFill>
              <a:srgbClr val="D9651F"/>
            </a:solidFill>
            <a:prstDash val="solid"/>
          </a:ln>
        </p:spPr>
      </p:sp>
      <p:sp>
        <p:nvSpPr>
          <p:cNvPr id="126" name="Shape 123"/>
          <p:cNvSpPr/>
          <p:nvPr/>
        </p:nvSpPr>
        <p:spPr>
          <a:xfrm>
            <a:off x="6903720" y="1731645"/>
            <a:ext cx="62865" cy="62865"/>
          </a:xfrm>
          <a:prstGeom prst="rect">
            <a:avLst/>
          </a:prstGeom>
          <a:solidFill>
            <a:srgbClr val="D9651F"/>
          </a:solidFill>
          <a:ln w="12700">
            <a:solidFill>
              <a:srgbClr val="D9651F"/>
            </a:solidFill>
            <a:prstDash val="solid"/>
          </a:ln>
        </p:spPr>
      </p:sp>
      <p:sp>
        <p:nvSpPr>
          <p:cNvPr id="127" name="Shape 124"/>
          <p:cNvSpPr/>
          <p:nvPr/>
        </p:nvSpPr>
        <p:spPr>
          <a:xfrm>
            <a:off x="7626096" y="859536"/>
            <a:ext cx="1115568" cy="1115568"/>
          </a:xfrm>
          <a:prstGeom prst="roundRect">
            <a:avLst>
              <a:gd name="adj" fmla="val 8197"/>
            </a:avLst>
          </a:prstGeom>
          <a:solidFill>
            <a:srgbClr val="FFFFFF"/>
          </a:solidFill>
          <a:ln w="19050">
            <a:solidFill>
              <a:srgbClr val="F0E4D0"/>
            </a:solidFill>
            <a:prstDash val="solid"/>
          </a:ln>
        </p:spPr>
      </p:sp>
      <p:sp>
        <p:nvSpPr>
          <p:cNvPr id="128" name="Shape 125"/>
          <p:cNvSpPr/>
          <p:nvPr/>
        </p:nvSpPr>
        <p:spPr>
          <a:xfrm>
            <a:off x="7869555" y="914400"/>
            <a:ext cx="62865" cy="62865"/>
          </a:xfrm>
          <a:prstGeom prst="rect">
            <a:avLst/>
          </a:prstGeom>
          <a:solidFill>
            <a:srgbClr val="2378BD"/>
          </a:solidFill>
          <a:ln w="12700">
            <a:solidFill>
              <a:srgbClr val="2378BD"/>
            </a:solidFill>
            <a:prstDash val="solid"/>
          </a:ln>
        </p:spPr>
      </p:sp>
      <p:sp>
        <p:nvSpPr>
          <p:cNvPr id="129" name="Shape 126"/>
          <p:cNvSpPr/>
          <p:nvPr/>
        </p:nvSpPr>
        <p:spPr>
          <a:xfrm>
            <a:off x="7932420" y="914400"/>
            <a:ext cx="62865" cy="62865"/>
          </a:xfrm>
          <a:prstGeom prst="rect">
            <a:avLst/>
          </a:prstGeom>
          <a:solidFill>
            <a:srgbClr val="2378BD"/>
          </a:solidFill>
          <a:ln w="12700">
            <a:solidFill>
              <a:srgbClr val="2378BD"/>
            </a:solidFill>
            <a:prstDash val="solid"/>
          </a:ln>
        </p:spPr>
      </p:sp>
      <p:sp>
        <p:nvSpPr>
          <p:cNvPr id="130" name="Shape 127"/>
          <p:cNvSpPr/>
          <p:nvPr/>
        </p:nvSpPr>
        <p:spPr>
          <a:xfrm>
            <a:off x="7995285" y="914400"/>
            <a:ext cx="62865" cy="62865"/>
          </a:xfrm>
          <a:prstGeom prst="rect">
            <a:avLst/>
          </a:prstGeom>
          <a:solidFill>
            <a:srgbClr val="2378BD"/>
          </a:solidFill>
          <a:ln w="12700">
            <a:solidFill>
              <a:srgbClr val="2378BD"/>
            </a:solidFill>
            <a:prstDash val="solid"/>
          </a:ln>
        </p:spPr>
      </p:sp>
      <p:sp>
        <p:nvSpPr>
          <p:cNvPr id="131" name="Shape 128"/>
          <p:cNvSpPr/>
          <p:nvPr/>
        </p:nvSpPr>
        <p:spPr>
          <a:xfrm>
            <a:off x="8121015" y="914400"/>
            <a:ext cx="62865" cy="62865"/>
          </a:xfrm>
          <a:prstGeom prst="rect">
            <a:avLst/>
          </a:prstGeom>
          <a:solidFill>
            <a:srgbClr val="2378BD"/>
          </a:solidFill>
          <a:ln w="12700">
            <a:solidFill>
              <a:srgbClr val="2378BD"/>
            </a:solidFill>
            <a:prstDash val="solid"/>
          </a:ln>
        </p:spPr>
      </p:sp>
      <p:sp>
        <p:nvSpPr>
          <p:cNvPr id="132" name="Shape 129"/>
          <p:cNvSpPr/>
          <p:nvPr/>
        </p:nvSpPr>
        <p:spPr>
          <a:xfrm>
            <a:off x="8183880" y="914400"/>
            <a:ext cx="62865" cy="62865"/>
          </a:xfrm>
          <a:prstGeom prst="rect">
            <a:avLst/>
          </a:prstGeom>
          <a:solidFill>
            <a:srgbClr val="2378BD"/>
          </a:solidFill>
          <a:ln w="12700">
            <a:solidFill>
              <a:srgbClr val="2378BD"/>
            </a:solidFill>
            <a:prstDash val="solid"/>
          </a:ln>
        </p:spPr>
      </p:sp>
      <p:sp>
        <p:nvSpPr>
          <p:cNvPr id="133" name="Shape 130"/>
          <p:cNvSpPr/>
          <p:nvPr/>
        </p:nvSpPr>
        <p:spPr>
          <a:xfrm>
            <a:off x="8246745" y="914400"/>
            <a:ext cx="62865" cy="62865"/>
          </a:xfrm>
          <a:prstGeom prst="rect">
            <a:avLst/>
          </a:prstGeom>
          <a:solidFill>
            <a:srgbClr val="2378BD"/>
          </a:solidFill>
          <a:ln w="12700">
            <a:solidFill>
              <a:srgbClr val="2378BD"/>
            </a:solidFill>
            <a:prstDash val="solid"/>
          </a:ln>
        </p:spPr>
      </p:sp>
      <p:sp>
        <p:nvSpPr>
          <p:cNvPr id="134" name="Shape 131"/>
          <p:cNvSpPr/>
          <p:nvPr/>
        </p:nvSpPr>
        <p:spPr>
          <a:xfrm>
            <a:off x="8309610" y="914400"/>
            <a:ext cx="62865" cy="62865"/>
          </a:xfrm>
          <a:prstGeom prst="rect">
            <a:avLst/>
          </a:prstGeom>
          <a:solidFill>
            <a:srgbClr val="2378BD"/>
          </a:solidFill>
          <a:ln w="12700">
            <a:solidFill>
              <a:srgbClr val="2378BD"/>
            </a:solidFill>
            <a:prstDash val="solid"/>
          </a:ln>
        </p:spPr>
      </p:sp>
      <p:sp>
        <p:nvSpPr>
          <p:cNvPr id="135" name="Shape 132"/>
          <p:cNvSpPr/>
          <p:nvPr/>
        </p:nvSpPr>
        <p:spPr>
          <a:xfrm>
            <a:off x="8372475" y="914400"/>
            <a:ext cx="62865" cy="62865"/>
          </a:xfrm>
          <a:prstGeom prst="rect">
            <a:avLst/>
          </a:prstGeom>
          <a:solidFill>
            <a:srgbClr val="2378BD"/>
          </a:solidFill>
          <a:ln w="12700">
            <a:solidFill>
              <a:srgbClr val="2378BD"/>
            </a:solidFill>
            <a:prstDash val="solid"/>
          </a:ln>
        </p:spPr>
      </p:sp>
      <p:sp>
        <p:nvSpPr>
          <p:cNvPr id="136" name="Shape 133"/>
          <p:cNvSpPr/>
          <p:nvPr/>
        </p:nvSpPr>
        <p:spPr>
          <a:xfrm>
            <a:off x="8435340" y="914400"/>
            <a:ext cx="62865" cy="62865"/>
          </a:xfrm>
          <a:prstGeom prst="rect">
            <a:avLst/>
          </a:prstGeom>
          <a:solidFill>
            <a:srgbClr val="2378BD"/>
          </a:solidFill>
          <a:ln w="12700">
            <a:solidFill>
              <a:srgbClr val="2378BD"/>
            </a:solidFill>
            <a:prstDash val="solid"/>
          </a:ln>
        </p:spPr>
      </p:sp>
      <p:sp>
        <p:nvSpPr>
          <p:cNvPr id="137" name="Shape 134"/>
          <p:cNvSpPr/>
          <p:nvPr/>
        </p:nvSpPr>
        <p:spPr>
          <a:xfrm>
            <a:off x="7743825" y="977265"/>
            <a:ext cx="62865" cy="62865"/>
          </a:xfrm>
          <a:prstGeom prst="rect">
            <a:avLst/>
          </a:prstGeom>
          <a:solidFill>
            <a:srgbClr val="2378BD"/>
          </a:solidFill>
          <a:ln w="12700">
            <a:solidFill>
              <a:srgbClr val="2378BD"/>
            </a:solidFill>
            <a:prstDash val="solid"/>
          </a:ln>
        </p:spPr>
      </p:sp>
      <p:sp>
        <p:nvSpPr>
          <p:cNvPr id="138" name="Shape 135"/>
          <p:cNvSpPr/>
          <p:nvPr/>
        </p:nvSpPr>
        <p:spPr>
          <a:xfrm>
            <a:off x="7806690" y="977265"/>
            <a:ext cx="62865" cy="62865"/>
          </a:xfrm>
          <a:prstGeom prst="rect">
            <a:avLst/>
          </a:prstGeom>
          <a:solidFill>
            <a:srgbClr val="2378BD"/>
          </a:solidFill>
          <a:ln w="12700">
            <a:solidFill>
              <a:srgbClr val="2378BD"/>
            </a:solidFill>
            <a:prstDash val="solid"/>
          </a:ln>
        </p:spPr>
      </p:sp>
      <p:sp>
        <p:nvSpPr>
          <p:cNvPr id="139" name="Shape 136"/>
          <p:cNvSpPr/>
          <p:nvPr/>
        </p:nvSpPr>
        <p:spPr>
          <a:xfrm>
            <a:off x="7869555" y="977265"/>
            <a:ext cx="62865" cy="62865"/>
          </a:xfrm>
          <a:prstGeom prst="rect">
            <a:avLst/>
          </a:prstGeom>
          <a:solidFill>
            <a:srgbClr val="2378BD"/>
          </a:solidFill>
          <a:ln w="12700">
            <a:solidFill>
              <a:srgbClr val="2378BD"/>
            </a:solidFill>
            <a:prstDash val="solid"/>
          </a:ln>
        </p:spPr>
      </p:sp>
      <p:sp>
        <p:nvSpPr>
          <p:cNvPr id="140" name="Shape 137"/>
          <p:cNvSpPr/>
          <p:nvPr/>
        </p:nvSpPr>
        <p:spPr>
          <a:xfrm>
            <a:off x="7932420" y="977265"/>
            <a:ext cx="62865" cy="62865"/>
          </a:xfrm>
          <a:prstGeom prst="rect">
            <a:avLst/>
          </a:prstGeom>
          <a:solidFill>
            <a:srgbClr val="2378BD"/>
          </a:solidFill>
          <a:ln w="12700">
            <a:solidFill>
              <a:srgbClr val="2378BD"/>
            </a:solidFill>
            <a:prstDash val="solid"/>
          </a:ln>
        </p:spPr>
      </p:sp>
      <p:sp>
        <p:nvSpPr>
          <p:cNvPr id="141" name="Shape 138"/>
          <p:cNvSpPr/>
          <p:nvPr/>
        </p:nvSpPr>
        <p:spPr>
          <a:xfrm>
            <a:off x="7995285" y="977265"/>
            <a:ext cx="62865" cy="62865"/>
          </a:xfrm>
          <a:prstGeom prst="rect">
            <a:avLst/>
          </a:prstGeom>
          <a:solidFill>
            <a:srgbClr val="2378BD"/>
          </a:solidFill>
          <a:ln w="12700">
            <a:solidFill>
              <a:srgbClr val="2378BD"/>
            </a:solidFill>
            <a:prstDash val="solid"/>
          </a:ln>
        </p:spPr>
      </p:sp>
      <p:sp>
        <p:nvSpPr>
          <p:cNvPr id="142" name="Shape 139"/>
          <p:cNvSpPr/>
          <p:nvPr/>
        </p:nvSpPr>
        <p:spPr>
          <a:xfrm>
            <a:off x="8058150" y="977265"/>
            <a:ext cx="62865" cy="62865"/>
          </a:xfrm>
          <a:prstGeom prst="rect">
            <a:avLst/>
          </a:prstGeom>
          <a:solidFill>
            <a:srgbClr val="2378BD"/>
          </a:solidFill>
          <a:ln w="12700">
            <a:solidFill>
              <a:srgbClr val="2378BD"/>
            </a:solidFill>
            <a:prstDash val="solid"/>
          </a:ln>
        </p:spPr>
      </p:sp>
      <p:sp>
        <p:nvSpPr>
          <p:cNvPr id="143" name="Shape 140"/>
          <p:cNvSpPr/>
          <p:nvPr/>
        </p:nvSpPr>
        <p:spPr>
          <a:xfrm>
            <a:off x="8121015" y="977265"/>
            <a:ext cx="62865" cy="62865"/>
          </a:xfrm>
          <a:prstGeom prst="rect">
            <a:avLst/>
          </a:prstGeom>
          <a:solidFill>
            <a:srgbClr val="2378BD"/>
          </a:solidFill>
          <a:ln w="12700">
            <a:solidFill>
              <a:srgbClr val="2378BD"/>
            </a:solidFill>
            <a:prstDash val="solid"/>
          </a:ln>
        </p:spPr>
      </p:sp>
      <p:sp>
        <p:nvSpPr>
          <p:cNvPr id="144" name="Shape 141"/>
          <p:cNvSpPr/>
          <p:nvPr/>
        </p:nvSpPr>
        <p:spPr>
          <a:xfrm>
            <a:off x="8183880" y="977265"/>
            <a:ext cx="62865" cy="62865"/>
          </a:xfrm>
          <a:prstGeom prst="rect">
            <a:avLst/>
          </a:prstGeom>
          <a:solidFill>
            <a:srgbClr val="2378BD"/>
          </a:solidFill>
          <a:ln w="12700">
            <a:solidFill>
              <a:srgbClr val="2378BD"/>
            </a:solidFill>
            <a:prstDash val="solid"/>
          </a:ln>
        </p:spPr>
      </p:sp>
      <p:sp>
        <p:nvSpPr>
          <p:cNvPr id="145" name="Shape 142"/>
          <p:cNvSpPr/>
          <p:nvPr/>
        </p:nvSpPr>
        <p:spPr>
          <a:xfrm>
            <a:off x="8246745" y="977265"/>
            <a:ext cx="62865" cy="62865"/>
          </a:xfrm>
          <a:prstGeom prst="rect">
            <a:avLst/>
          </a:prstGeom>
          <a:solidFill>
            <a:srgbClr val="2378BD"/>
          </a:solidFill>
          <a:ln w="12700">
            <a:solidFill>
              <a:srgbClr val="2378BD"/>
            </a:solidFill>
            <a:prstDash val="solid"/>
          </a:ln>
        </p:spPr>
      </p:sp>
      <p:sp>
        <p:nvSpPr>
          <p:cNvPr id="146" name="Shape 143"/>
          <p:cNvSpPr/>
          <p:nvPr/>
        </p:nvSpPr>
        <p:spPr>
          <a:xfrm>
            <a:off x="8309610" y="977265"/>
            <a:ext cx="62865" cy="62865"/>
          </a:xfrm>
          <a:prstGeom prst="rect">
            <a:avLst/>
          </a:prstGeom>
          <a:solidFill>
            <a:srgbClr val="2378BD"/>
          </a:solidFill>
          <a:ln w="12700">
            <a:solidFill>
              <a:srgbClr val="2378BD"/>
            </a:solidFill>
            <a:prstDash val="solid"/>
          </a:ln>
        </p:spPr>
      </p:sp>
      <p:sp>
        <p:nvSpPr>
          <p:cNvPr id="147" name="Shape 144"/>
          <p:cNvSpPr/>
          <p:nvPr/>
        </p:nvSpPr>
        <p:spPr>
          <a:xfrm>
            <a:off x="8372475" y="977265"/>
            <a:ext cx="62865" cy="62865"/>
          </a:xfrm>
          <a:prstGeom prst="rect">
            <a:avLst/>
          </a:prstGeom>
          <a:solidFill>
            <a:srgbClr val="2378BD"/>
          </a:solidFill>
          <a:ln w="12700">
            <a:solidFill>
              <a:srgbClr val="2378BD"/>
            </a:solidFill>
            <a:prstDash val="solid"/>
          </a:ln>
        </p:spPr>
      </p:sp>
      <p:sp>
        <p:nvSpPr>
          <p:cNvPr id="148" name="Shape 145"/>
          <p:cNvSpPr/>
          <p:nvPr/>
        </p:nvSpPr>
        <p:spPr>
          <a:xfrm>
            <a:off x="8435340" y="977265"/>
            <a:ext cx="62865" cy="62865"/>
          </a:xfrm>
          <a:prstGeom prst="rect">
            <a:avLst/>
          </a:prstGeom>
          <a:solidFill>
            <a:srgbClr val="2378BD"/>
          </a:solidFill>
          <a:ln w="12700">
            <a:solidFill>
              <a:srgbClr val="2378BD"/>
            </a:solidFill>
            <a:prstDash val="solid"/>
          </a:ln>
        </p:spPr>
      </p:sp>
      <p:sp>
        <p:nvSpPr>
          <p:cNvPr id="149" name="Shape 146"/>
          <p:cNvSpPr/>
          <p:nvPr/>
        </p:nvSpPr>
        <p:spPr>
          <a:xfrm>
            <a:off x="8498205" y="977265"/>
            <a:ext cx="62865" cy="62865"/>
          </a:xfrm>
          <a:prstGeom prst="rect">
            <a:avLst/>
          </a:prstGeom>
          <a:solidFill>
            <a:srgbClr val="2378BD"/>
          </a:solidFill>
          <a:ln w="12700">
            <a:solidFill>
              <a:srgbClr val="2378BD"/>
            </a:solidFill>
            <a:prstDash val="solid"/>
          </a:ln>
        </p:spPr>
      </p:sp>
      <p:sp>
        <p:nvSpPr>
          <p:cNvPr id="150" name="Shape 147"/>
          <p:cNvSpPr/>
          <p:nvPr/>
        </p:nvSpPr>
        <p:spPr>
          <a:xfrm>
            <a:off x="7680960" y="1040130"/>
            <a:ext cx="62865" cy="62865"/>
          </a:xfrm>
          <a:prstGeom prst="rect">
            <a:avLst/>
          </a:prstGeom>
          <a:solidFill>
            <a:srgbClr val="2378BD"/>
          </a:solidFill>
          <a:ln w="12700">
            <a:solidFill>
              <a:srgbClr val="2378BD"/>
            </a:solidFill>
            <a:prstDash val="solid"/>
          </a:ln>
        </p:spPr>
      </p:sp>
      <p:sp>
        <p:nvSpPr>
          <p:cNvPr id="151" name="Shape 148"/>
          <p:cNvSpPr/>
          <p:nvPr/>
        </p:nvSpPr>
        <p:spPr>
          <a:xfrm>
            <a:off x="7743825" y="1040130"/>
            <a:ext cx="62865" cy="62865"/>
          </a:xfrm>
          <a:prstGeom prst="rect">
            <a:avLst/>
          </a:prstGeom>
          <a:solidFill>
            <a:srgbClr val="2378BD"/>
          </a:solidFill>
          <a:ln w="12700">
            <a:solidFill>
              <a:srgbClr val="2378BD"/>
            </a:solidFill>
            <a:prstDash val="solid"/>
          </a:ln>
        </p:spPr>
      </p:sp>
      <p:sp>
        <p:nvSpPr>
          <p:cNvPr id="152" name="Shape 149"/>
          <p:cNvSpPr/>
          <p:nvPr/>
        </p:nvSpPr>
        <p:spPr>
          <a:xfrm>
            <a:off x="7806690" y="1040130"/>
            <a:ext cx="62865" cy="62865"/>
          </a:xfrm>
          <a:prstGeom prst="rect">
            <a:avLst/>
          </a:prstGeom>
          <a:solidFill>
            <a:srgbClr val="2378BD"/>
          </a:solidFill>
          <a:ln w="12700">
            <a:solidFill>
              <a:srgbClr val="2378BD"/>
            </a:solidFill>
            <a:prstDash val="solid"/>
          </a:ln>
        </p:spPr>
      </p:sp>
      <p:sp>
        <p:nvSpPr>
          <p:cNvPr id="153" name="Shape 150"/>
          <p:cNvSpPr/>
          <p:nvPr/>
        </p:nvSpPr>
        <p:spPr>
          <a:xfrm>
            <a:off x="7869555" y="1040130"/>
            <a:ext cx="62865" cy="62865"/>
          </a:xfrm>
          <a:prstGeom prst="rect">
            <a:avLst/>
          </a:prstGeom>
          <a:solidFill>
            <a:srgbClr val="2378BD"/>
          </a:solidFill>
          <a:ln w="12700">
            <a:solidFill>
              <a:srgbClr val="2378BD"/>
            </a:solidFill>
            <a:prstDash val="solid"/>
          </a:ln>
        </p:spPr>
      </p:sp>
      <p:sp>
        <p:nvSpPr>
          <p:cNvPr id="154" name="Shape 151"/>
          <p:cNvSpPr/>
          <p:nvPr/>
        </p:nvSpPr>
        <p:spPr>
          <a:xfrm>
            <a:off x="8121015" y="1040130"/>
            <a:ext cx="62865" cy="62865"/>
          </a:xfrm>
          <a:prstGeom prst="rect">
            <a:avLst/>
          </a:prstGeom>
          <a:solidFill>
            <a:srgbClr val="2378BD"/>
          </a:solidFill>
          <a:ln w="12700">
            <a:solidFill>
              <a:srgbClr val="2378BD"/>
            </a:solidFill>
            <a:prstDash val="solid"/>
          </a:ln>
        </p:spPr>
      </p:sp>
      <p:sp>
        <p:nvSpPr>
          <p:cNvPr id="155" name="Shape 152"/>
          <p:cNvSpPr/>
          <p:nvPr/>
        </p:nvSpPr>
        <p:spPr>
          <a:xfrm>
            <a:off x="8183880" y="1040130"/>
            <a:ext cx="62865" cy="62865"/>
          </a:xfrm>
          <a:prstGeom prst="rect">
            <a:avLst/>
          </a:prstGeom>
          <a:solidFill>
            <a:srgbClr val="2378BD"/>
          </a:solidFill>
          <a:ln w="12700">
            <a:solidFill>
              <a:srgbClr val="2378BD"/>
            </a:solidFill>
            <a:prstDash val="solid"/>
          </a:ln>
        </p:spPr>
      </p:sp>
      <p:sp>
        <p:nvSpPr>
          <p:cNvPr id="156" name="Shape 153"/>
          <p:cNvSpPr/>
          <p:nvPr/>
        </p:nvSpPr>
        <p:spPr>
          <a:xfrm>
            <a:off x="8309610" y="1040130"/>
            <a:ext cx="62865" cy="62865"/>
          </a:xfrm>
          <a:prstGeom prst="rect">
            <a:avLst/>
          </a:prstGeom>
          <a:solidFill>
            <a:srgbClr val="2378BD"/>
          </a:solidFill>
          <a:ln w="12700">
            <a:solidFill>
              <a:srgbClr val="2378BD"/>
            </a:solidFill>
            <a:prstDash val="solid"/>
          </a:ln>
        </p:spPr>
      </p:sp>
      <p:sp>
        <p:nvSpPr>
          <p:cNvPr id="157" name="Shape 154"/>
          <p:cNvSpPr/>
          <p:nvPr/>
        </p:nvSpPr>
        <p:spPr>
          <a:xfrm>
            <a:off x="8372475" y="1040130"/>
            <a:ext cx="62865" cy="62865"/>
          </a:xfrm>
          <a:prstGeom prst="rect">
            <a:avLst/>
          </a:prstGeom>
          <a:solidFill>
            <a:srgbClr val="2378BD"/>
          </a:solidFill>
          <a:ln w="12700">
            <a:solidFill>
              <a:srgbClr val="2378BD"/>
            </a:solidFill>
            <a:prstDash val="solid"/>
          </a:ln>
        </p:spPr>
      </p:sp>
      <p:sp>
        <p:nvSpPr>
          <p:cNvPr id="158" name="Shape 155"/>
          <p:cNvSpPr/>
          <p:nvPr/>
        </p:nvSpPr>
        <p:spPr>
          <a:xfrm>
            <a:off x="8435340" y="1040130"/>
            <a:ext cx="62865" cy="62865"/>
          </a:xfrm>
          <a:prstGeom prst="rect">
            <a:avLst/>
          </a:prstGeom>
          <a:solidFill>
            <a:srgbClr val="2378BD"/>
          </a:solidFill>
          <a:ln w="12700">
            <a:solidFill>
              <a:srgbClr val="2378BD"/>
            </a:solidFill>
            <a:prstDash val="solid"/>
          </a:ln>
        </p:spPr>
      </p:sp>
      <p:sp>
        <p:nvSpPr>
          <p:cNvPr id="159" name="Shape 156"/>
          <p:cNvSpPr/>
          <p:nvPr/>
        </p:nvSpPr>
        <p:spPr>
          <a:xfrm>
            <a:off x="8498205" y="1040130"/>
            <a:ext cx="62865" cy="62865"/>
          </a:xfrm>
          <a:prstGeom prst="rect">
            <a:avLst/>
          </a:prstGeom>
          <a:solidFill>
            <a:srgbClr val="2378BD"/>
          </a:solidFill>
          <a:ln w="12700">
            <a:solidFill>
              <a:srgbClr val="2378BD"/>
            </a:solidFill>
            <a:prstDash val="solid"/>
          </a:ln>
        </p:spPr>
      </p:sp>
      <p:sp>
        <p:nvSpPr>
          <p:cNvPr id="160" name="Shape 157"/>
          <p:cNvSpPr/>
          <p:nvPr/>
        </p:nvSpPr>
        <p:spPr>
          <a:xfrm>
            <a:off x="8561070" y="1040130"/>
            <a:ext cx="62865" cy="62865"/>
          </a:xfrm>
          <a:prstGeom prst="rect">
            <a:avLst/>
          </a:prstGeom>
          <a:solidFill>
            <a:srgbClr val="2378BD"/>
          </a:solidFill>
          <a:ln w="12700">
            <a:solidFill>
              <a:srgbClr val="2378BD"/>
            </a:solidFill>
            <a:prstDash val="solid"/>
          </a:ln>
        </p:spPr>
      </p:sp>
      <p:sp>
        <p:nvSpPr>
          <p:cNvPr id="161" name="Shape 158"/>
          <p:cNvSpPr/>
          <p:nvPr/>
        </p:nvSpPr>
        <p:spPr>
          <a:xfrm>
            <a:off x="7680960" y="1102995"/>
            <a:ext cx="62865" cy="62865"/>
          </a:xfrm>
          <a:prstGeom prst="rect">
            <a:avLst/>
          </a:prstGeom>
          <a:solidFill>
            <a:srgbClr val="2378BD"/>
          </a:solidFill>
          <a:ln w="12700">
            <a:solidFill>
              <a:srgbClr val="2378BD"/>
            </a:solidFill>
            <a:prstDash val="solid"/>
          </a:ln>
        </p:spPr>
      </p:sp>
      <p:sp>
        <p:nvSpPr>
          <p:cNvPr id="162" name="Shape 159"/>
          <p:cNvSpPr/>
          <p:nvPr/>
        </p:nvSpPr>
        <p:spPr>
          <a:xfrm>
            <a:off x="7743825" y="1102995"/>
            <a:ext cx="62865" cy="62865"/>
          </a:xfrm>
          <a:prstGeom prst="rect">
            <a:avLst/>
          </a:prstGeom>
          <a:solidFill>
            <a:srgbClr val="2378BD"/>
          </a:solidFill>
          <a:ln w="12700">
            <a:solidFill>
              <a:srgbClr val="2378BD"/>
            </a:solidFill>
            <a:prstDash val="solid"/>
          </a:ln>
        </p:spPr>
      </p:sp>
      <p:sp>
        <p:nvSpPr>
          <p:cNvPr id="163" name="Shape 160"/>
          <p:cNvSpPr/>
          <p:nvPr/>
        </p:nvSpPr>
        <p:spPr>
          <a:xfrm>
            <a:off x="7806690" y="1102995"/>
            <a:ext cx="62865" cy="62865"/>
          </a:xfrm>
          <a:prstGeom prst="rect">
            <a:avLst/>
          </a:prstGeom>
          <a:solidFill>
            <a:srgbClr val="2378BD"/>
          </a:solidFill>
          <a:ln w="12700">
            <a:solidFill>
              <a:srgbClr val="2378BD"/>
            </a:solidFill>
            <a:prstDash val="solid"/>
          </a:ln>
        </p:spPr>
      </p:sp>
      <p:sp>
        <p:nvSpPr>
          <p:cNvPr id="164" name="Shape 161"/>
          <p:cNvSpPr/>
          <p:nvPr/>
        </p:nvSpPr>
        <p:spPr>
          <a:xfrm>
            <a:off x="7869555" y="1102995"/>
            <a:ext cx="62865" cy="62865"/>
          </a:xfrm>
          <a:prstGeom prst="rect">
            <a:avLst/>
          </a:prstGeom>
          <a:solidFill>
            <a:srgbClr val="2378BD"/>
          </a:solidFill>
          <a:ln w="12700">
            <a:solidFill>
              <a:srgbClr val="2378BD"/>
            </a:solidFill>
            <a:prstDash val="solid"/>
          </a:ln>
        </p:spPr>
      </p:sp>
      <p:sp>
        <p:nvSpPr>
          <p:cNvPr id="165" name="Shape 162"/>
          <p:cNvSpPr/>
          <p:nvPr/>
        </p:nvSpPr>
        <p:spPr>
          <a:xfrm>
            <a:off x="8058150" y="1102995"/>
            <a:ext cx="62865" cy="62865"/>
          </a:xfrm>
          <a:prstGeom prst="rect">
            <a:avLst/>
          </a:prstGeom>
          <a:solidFill>
            <a:srgbClr val="2378BD"/>
          </a:solidFill>
          <a:ln w="12700">
            <a:solidFill>
              <a:srgbClr val="2378BD"/>
            </a:solidFill>
            <a:prstDash val="solid"/>
          </a:ln>
        </p:spPr>
      </p:sp>
      <p:sp>
        <p:nvSpPr>
          <p:cNvPr id="166" name="Shape 163"/>
          <p:cNvSpPr/>
          <p:nvPr/>
        </p:nvSpPr>
        <p:spPr>
          <a:xfrm>
            <a:off x="8121015" y="1102995"/>
            <a:ext cx="62865" cy="62865"/>
          </a:xfrm>
          <a:prstGeom prst="rect">
            <a:avLst/>
          </a:prstGeom>
          <a:solidFill>
            <a:srgbClr val="2378BD"/>
          </a:solidFill>
          <a:ln w="12700">
            <a:solidFill>
              <a:srgbClr val="2378BD"/>
            </a:solidFill>
            <a:prstDash val="solid"/>
          </a:ln>
        </p:spPr>
      </p:sp>
      <p:sp>
        <p:nvSpPr>
          <p:cNvPr id="167" name="Shape 164"/>
          <p:cNvSpPr/>
          <p:nvPr/>
        </p:nvSpPr>
        <p:spPr>
          <a:xfrm>
            <a:off x="8183880" y="1102995"/>
            <a:ext cx="62865" cy="62865"/>
          </a:xfrm>
          <a:prstGeom prst="rect">
            <a:avLst/>
          </a:prstGeom>
          <a:solidFill>
            <a:srgbClr val="2378BD"/>
          </a:solidFill>
          <a:ln w="12700">
            <a:solidFill>
              <a:srgbClr val="2378BD"/>
            </a:solidFill>
            <a:prstDash val="solid"/>
          </a:ln>
        </p:spPr>
      </p:sp>
      <p:sp>
        <p:nvSpPr>
          <p:cNvPr id="168" name="Shape 165"/>
          <p:cNvSpPr/>
          <p:nvPr/>
        </p:nvSpPr>
        <p:spPr>
          <a:xfrm>
            <a:off x="8246745" y="1102995"/>
            <a:ext cx="62865" cy="62865"/>
          </a:xfrm>
          <a:prstGeom prst="rect">
            <a:avLst/>
          </a:prstGeom>
          <a:solidFill>
            <a:srgbClr val="2378BD"/>
          </a:solidFill>
          <a:ln w="12700">
            <a:solidFill>
              <a:srgbClr val="2378BD"/>
            </a:solidFill>
            <a:prstDash val="solid"/>
          </a:ln>
        </p:spPr>
      </p:sp>
      <p:sp>
        <p:nvSpPr>
          <p:cNvPr id="169" name="Shape 166"/>
          <p:cNvSpPr/>
          <p:nvPr/>
        </p:nvSpPr>
        <p:spPr>
          <a:xfrm>
            <a:off x="8309610" y="1102995"/>
            <a:ext cx="62865" cy="62865"/>
          </a:xfrm>
          <a:prstGeom prst="rect">
            <a:avLst/>
          </a:prstGeom>
          <a:solidFill>
            <a:srgbClr val="2378BD"/>
          </a:solidFill>
          <a:ln w="12700">
            <a:solidFill>
              <a:srgbClr val="2378BD"/>
            </a:solidFill>
            <a:prstDash val="solid"/>
          </a:ln>
        </p:spPr>
      </p:sp>
      <p:sp>
        <p:nvSpPr>
          <p:cNvPr id="170" name="Shape 167"/>
          <p:cNvSpPr/>
          <p:nvPr/>
        </p:nvSpPr>
        <p:spPr>
          <a:xfrm>
            <a:off x="8435340" y="1102995"/>
            <a:ext cx="62865" cy="62865"/>
          </a:xfrm>
          <a:prstGeom prst="rect">
            <a:avLst/>
          </a:prstGeom>
          <a:solidFill>
            <a:srgbClr val="2378BD"/>
          </a:solidFill>
          <a:ln w="12700">
            <a:solidFill>
              <a:srgbClr val="2378BD"/>
            </a:solidFill>
            <a:prstDash val="solid"/>
          </a:ln>
        </p:spPr>
      </p:sp>
      <p:sp>
        <p:nvSpPr>
          <p:cNvPr id="171" name="Shape 168"/>
          <p:cNvSpPr/>
          <p:nvPr/>
        </p:nvSpPr>
        <p:spPr>
          <a:xfrm>
            <a:off x="8498205" y="1102995"/>
            <a:ext cx="62865" cy="62865"/>
          </a:xfrm>
          <a:prstGeom prst="rect">
            <a:avLst/>
          </a:prstGeom>
          <a:solidFill>
            <a:srgbClr val="2378BD"/>
          </a:solidFill>
          <a:ln w="12700">
            <a:solidFill>
              <a:srgbClr val="2378BD"/>
            </a:solidFill>
            <a:prstDash val="solid"/>
          </a:ln>
        </p:spPr>
      </p:sp>
      <p:sp>
        <p:nvSpPr>
          <p:cNvPr id="172" name="Shape 169"/>
          <p:cNvSpPr/>
          <p:nvPr/>
        </p:nvSpPr>
        <p:spPr>
          <a:xfrm>
            <a:off x="8561070" y="1102995"/>
            <a:ext cx="62865" cy="62865"/>
          </a:xfrm>
          <a:prstGeom prst="rect">
            <a:avLst/>
          </a:prstGeom>
          <a:solidFill>
            <a:srgbClr val="2378BD"/>
          </a:solidFill>
          <a:ln w="12700">
            <a:solidFill>
              <a:srgbClr val="2378BD"/>
            </a:solidFill>
            <a:prstDash val="solid"/>
          </a:ln>
        </p:spPr>
      </p:sp>
      <p:sp>
        <p:nvSpPr>
          <p:cNvPr id="173" name="Shape 170"/>
          <p:cNvSpPr/>
          <p:nvPr/>
        </p:nvSpPr>
        <p:spPr>
          <a:xfrm>
            <a:off x="8623935" y="1102995"/>
            <a:ext cx="62865" cy="62865"/>
          </a:xfrm>
          <a:prstGeom prst="rect">
            <a:avLst/>
          </a:prstGeom>
          <a:solidFill>
            <a:srgbClr val="2378BD"/>
          </a:solidFill>
          <a:ln w="12700">
            <a:solidFill>
              <a:srgbClr val="2378BD"/>
            </a:solidFill>
            <a:prstDash val="solid"/>
          </a:ln>
        </p:spPr>
      </p:sp>
      <p:sp>
        <p:nvSpPr>
          <p:cNvPr id="174" name="Shape 171"/>
          <p:cNvSpPr/>
          <p:nvPr/>
        </p:nvSpPr>
        <p:spPr>
          <a:xfrm>
            <a:off x="7680960" y="1165860"/>
            <a:ext cx="62865" cy="62865"/>
          </a:xfrm>
          <a:prstGeom prst="rect">
            <a:avLst/>
          </a:prstGeom>
          <a:solidFill>
            <a:srgbClr val="2378BD"/>
          </a:solidFill>
          <a:ln w="12700">
            <a:solidFill>
              <a:srgbClr val="2378BD"/>
            </a:solidFill>
            <a:prstDash val="solid"/>
          </a:ln>
        </p:spPr>
      </p:sp>
      <p:sp>
        <p:nvSpPr>
          <p:cNvPr id="175" name="Shape 172"/>
          <p:cNvSpPr/>
          <p:nvPr/>
        </p:nvSpPr>
        <p:spPr>
          <a:xfrm>
            <a:off x="7743825" y="1165860"/>
            <a:ext cx="62865" cy="62865"/>
          </a:xfrm>
          <a:prstGeom prst="rect">
            <a:avLst/>
          </a:prstGeom>
          <a:solidFill>
            <a:srgbClr val="2378BD"/>
          </a:solidFill>
          <a:ln w="12700">
            <a:solidFill>
              <a:srgbClr val="2378BD"/>
            </a:solidFill>
            <a:prstDash val="solid"/>
          </a:ln>
        </p:spPr>
      </p:sp>
      <p:sp>
        <p:nvSpPr>
          <p:cNvPr id="176" name="Shape 173"/>
          <p:cNvSpPr/>
          <p:nvPr/>
        </p:nvSpPr>
        <p:spPr>
          <a:xfrm>
            <a:off x="7806690" y="1165860"/>
            <a:ext cx="62865" cy="62865"/>
          </a:xfrm>
          <a:prstGeom prst="rect">
            <a:avLst/>
          </a:prstGeom>
          <a:solidFill>
            <a:srgbClr val="2378BD"/>
          </a:solidFill>
          <a:ln w="12700">
            <a:solidFill>
              <a:srgbClr val="2378BD"/>
            </a:solidFill>
            <a:prstDash val="solid"/>
          </a:ln>
        </p:spPr>
      </p:sp>
      <p:sp>
        <p:nvSpPr>
          <p:cNvPr id="177" name="Shape 174"/>
          <p:cNvSpPr/>
          <p:nvPr/>
        </p:nvSpPr>
        <p:spPr>
          <a:xfrm>
            <a:off x="7995285" y="1165860"/>
            <a:ext cx="62865" cy="62865"/>
          </a:xfrm>
          <a:prstGeom prst="rect">
            <a:avLst/>
          </a:prstGeom>
          <a:solidFill>
            <a:srgbClr val="2378BD"/>
          </a:solidFill>
          <a:ln w="12700">
            <a:solidFill>
              <a:srgbClr val="2378BD"/>
            </a:solidFill>
            <a:prstDash val="solid"/>
          </a:ln>
        </p:spPr>
      </p:sp>
      <p:sp>
        <p:nvSpPr>
          <p:cNvPr id="178" name="Shape 175"/>
          <p:cNvSpPr/>
          <p:nvPr/>
        </p:nvSpPr>
        <p:spPr>
          <a:xfrm>
            <a:off x="8058150" y="1165860"/>
            <a:ext cx="62865" cy="62865"/>
          </a:xfrm>
          <a:prstGeom prst="rect">
            <a:avLst/>
          </a:prstGeom>
          <a:solidFill>
            <a:srgbClr val="2378BD"/>
          </a:solidFill>
          <a:ln w="12700">
            <a:solidFill>
              <a:srgbClr val="2378BD"/>
            </a:solidFill>
            <a:prstDash val="solid"/>
          </a:ln>
        </p:spPr>
      </p:sp>
      <p:sp>
        <p:nvSpPr>
          <p:cNvPr id="179" name="Shape 176"/>
          <p:cNvSpPr/>
          <p:nvPr/>
        </p:nvSpPr>
        <p:spPr>
          <a:xfrm>
            <a:off x="8121015" y="1165860"/>
            <a:ext cx="62865" cy="62865"/>
          </a:xfrm>
          <a:prstGeom prst="rect">
            <a:avLst/>
          </a:prstGeom>
          <a:solidFill>
            <a:srgbClr val="2378BD"/>
          </a:solidFill>
          <a:ln w="12700">
            <a:solidFill>
              <a:srgbClr val="2378BD"/>
            </a:solidFill>
            <a:prstDash val="solid"/>
          </a:ln>
        </p:spPr>
      </p:sp>
      <p:sp>
        <p:nvSpPr>
          <p:cNvPr id="180" name="Shape 177"/>
          <p:cNvSpPr/>
          <p:nvPr/>
        </p:nvSpPr>
        <p:spPr>
          <a:xfrm>
            <a:off x="8183880" y="1165860"/>
            <a:ext cx="62865" cy="62865"/>
          </a:xfrm>
          <a:prstGeom prst="rect">
            <a:avLst/>
          </a:prstGeom>
          <a:solidFill>
            <a:srgbClr val="2378BD"/>
          </a:solidFill>
          <a:ln w="12700">
            <a:solidFill>
              <a:srgbClr val="2378BD"/>
            </a:solidFill>
            <a:prstDash val="solid"/>
          </a:ln>
        </p:spPr>
      </p:sp>
      <p:sp>
        <p:nvSpPr>
          <p:cNvPr id="181" name="Shape 178"/>
          <p:cNvSpPr/>
          <p:nvPr/>
        </p:nvSpPr>
        <p:spPr>
          <a:xfrm>
            <a:off x="8246745" y="1165860"/>
            <a:ext cx="62865" cy="62865"/>
          </a:xfrm>
          <a:prstGeom prst="rect">
            <a:avLst/>
          </a:prstGeom>
          <a:solidFill>
            <a:srgbClr val="2378BD"/>
          </a:solidFill>
          <a:ln w="12700">
            <a:solidFill>
              <a:srgbClr val="2378BD"/>
            </a:solidFill>
            <a:prstDash val="solid"/>
          </a:ln>
        </p:spPr>
      </p:sp>
      <p:sp>
        <p:nvSpPr>
          <p:cNvPr id="182" name="Shape 179"/>
          <p:cNvSpPr/>
          <p:nvPr/>
        </p:nvSpPr>
        <p:spPr>
          <a:xfrm>
            <a:off x="8309610" y="1165860"/>
            <a:ext cx="62865" cy="62865"/>
          </a:xfrm>
          <a:prstGeom prst="rect">
            <a:avLst/>
          </a:prstGeom>
          <a:solidFill>
            <a:srgbClr val="2378BD"/>
          </a:solidFill>
          <a:ln w="12700">
            <a:solidFill>
              <a:srgbClr val="2378BD"/>
            </a:solidFill>
            <a:prstDash val="solid"/>
          </a:ln>
        </p:spPr>
      </p:sp>
      <p:sp>
        <p:nvSpPr>
          <p:cNvPr id="183" name="Shape 180"/>
          <p:cNvSpPr/>
          <p:nvPr/>
        </p:nvSpPr>
        <p:spPr>
          <a:xfrm>
            <a:off x="8498205" y="1165860"/>
            <a:ext cx="62865" cy="62865"/>
          </a:xfrm>
          <a:prstGeom prst="rect">
            <a:avLst/>
          </a:prstGeom>
          <a:solidFill>
            <a:srgbClr val="2378BD"/>
          </a:solidFill>
          <a:ln w="12700">
            <a:solidFill>
              <a:srgbClr val="2378BD"/>
            </a:solidFill>
            <a:prstDash val="solid"/>
          </a:ln>
        </p:spPr>
      </p:sp>
      <p:sp>
        <p:nvSpPr>
          <p:cNvPr id="184" name="Shape 181"/>
          <p:cNvSpPr/>
          <p:nvPr/>
        </p:nvSpPr>
        <p:spPr>
          <a:xfrm>
            <a:off x="8561070" y="1165860"/>
            <a:ext cx="62865" cy="62865"/>
          </a:xfrm>
          <a:prstGeom prst="rect">
            <a:avLst/>
          </a:prstGeom>
          <a:solidFill>
            <a:srgbClr val="2378BD"/>
          </a:solidFill>
          <a:ln w="12700">
            <a:solidFill>
              <a:srgbClr val="2378BD"/>
            </a:solidFill>
            <a:prstDash val="solid"/>
          </a:ln>
        </p:spPr>
      </p:sp>
      <p:sp>
        <p:nvSpPr>
          <p:cNvPr id="185" name="Shape 182"/>
          <p:cNvSpPr/>
          <p:nvPr/>
        </p:nvSpPr>
        <p:spPr>
          <a:xfrm>
            <a:off x="8623935" y="1165860"/>
            <a:ext cx="62865" cy="62865"/>
          </a:xfrm>
          <a:prstGeom prst="rect">
            <a:avLst/>
          </a:prstGeom>
          <a:solidFill>
            <a:srgbClr val="2378BD"/>
          </a:solidFill>
          <a:ln w="12700">
            <a:solidFill>
              <a:srgbClr val="2378BD"/>
            </a:solidFill>
            <a:prstDash val="solid"/>
          </a:ln>
        </p:spPr>
      </p:sp>
      <p:sp>
        <p:nvSpPr>
          <p:cNvPr id="186" name="Shape 183"/>
          <p:cNvSpPr/>
          <p:nvPr/>
        </p:nvSpPr>
        <p:spPr>
          <a:xfrm>
            <a:off x="7680960" y="1228725"/>
            <a:ext cx="62865" cy="62865"/>
          </a:xfrm>
          <a:prstGeom prst="rect">
            <a:avLst/>
          </a:prstGeom>
          <a:solidFill>
            <a:srgbClr val="2378BD"/>
          </a:solidFill>
          <a:ln w="12700">
            <a:solidFill>
              <a:srgbClr val="2378BD"/>
            </a:solidFill>
            <a:prstDash val="solid"/>
          </a:ln>
        </p:spPr>
      </p:sp>
      <p:sp>
        <p:nvSpPr>
          <p:cNvPr id="187" name="Shape 184"/>
          <p:cNvSpPr/>
          <p:nvPr/>
        </p:nvSpPr>
        <p:spPr>
          <a:xfrm>
            <a:off x="7743825" y="1228725"/>
            <a:ext cx="62865" cy="62865"/>
          </a:xfrm>
          <a:prstGeom prst="rect">
            <a:avLst/>
          </a:prstGeom>
          <a:solidFill>
            <a:srgbClr val="2378BD"/>
          </a:solidFill>
          <a:ln w="12700">
            <a:solidFill>
              <a:srgbClr val="2378BD"/>
            </a:solidFill>
            <a:prstDash val="solid"/>
          </a:ln>
        </p:spPr>
      </p:sp>
      <p:sp>
        <p:nvSpPr>
          <p:cNvPr id="188" name="Shape 185"/>
          <p:cNvSpPr/>
          <p:nvPr/>
        </p:nvSpPr>
        <p:spPr>
          <a:xfrm>
            <a:off x="8121015" y="1228725"/>
            <a:ext cx="62865" cy="62865"/>
          </a:xfrm>
          <a:prstGeom prst="rect">
            <a:avLst/>
          </a:prstGeom>
          <a:solidFill>
            <a:srgbClr val="2378BD"/>
          </a:solidFill>
          <a:ln w="12700">
            <a:solidFill>
              <a:srgbClr val="2378BD"/>
            </a:solidFill>
            <a:prstDash val="solid"/>
          </a:ln>
        </p:spPr>
      </p:sp>
      <p:sp>
        <p:nvSpPr>
          <p:cNvPr id="189" name="Shape 186"/>
          <p:cNvSpPr/>
          <p:nvPr/>
        </p:nvSpPr>
        <p:spPr>
          <a:xfrm>
            <a:off x="8183880" y="1228725"/>
            <a:ext cx="62865" cy="62865"/>
          </a:xfrm>
          <a:prstGeom prst="rect">
            <a:avLst/>
          </a:prstGeom>
          <a:solidFill>
            <a:srgbClr val="2378BD"/>
          </a:solidFill>
          <a:ln w="12700">
            <a:solidFill>
              <a:srgbClr val="2378BD"/>
            </a:solidFill>
            <a:prstDash val="solid"/>
          </a:ln>
        </p:spPr>
      </p:sp>
      <p:sp>
        <p:nvSpPr>
          <p:cNvPr id="190" name="Shape 187"/>
          <p:cNvSpPr/>
          <p:nvPr/>
        </p:nvSpPr>
        <p:spPr>
          <a:xfrm>
            <a:off x="8498205" y="1228725"/>
            <a:ext cx="62865" cy="62865"/>
          </a:xfrm>
          <a:prstGeom prst="rect">
            <a:avLst/>
          </a:prstGeom>
          <a:solidFill>
            <a:srgbClr val="2378BD"/>
          </a:solidFill>
          <a:ln w="12700">
            <a:solidFill>
              <a:srgbClr val="2378BD"/>
            </a:solidFill>
            <a:prstDash val="solid"/>
          </a:ln>
        </p:spPr>
      </p:sp>
      <p:sp>
        <p:nvSpPr>
          <p:cNvPr id="191" name="Shape 188"/>
          <p:cNvSpPr/>
          <p:nvPr/>
        </p:nvSpPr>
        <p:spPr>
          <a:xfrm>
            <a:off x="8561070" y="1228725"/>
            <a:ext cx="62865" cy="62865"/>
          </a:xfrm>
          <a:prstGeom prst="rect">
            <a:avLst/>
          </a:prstGeom>
          <a:solidFill>
            <a:srgbClr val="2378BD"/>
          </a:solidFill>
          <a:ln w="12700">
            <a:solidFill>
              <a:srgbClr val="2378BD"/>
            </a:solidFill>
            <a:prstDash val="solid"/>
          </a:ln>
        </p:spPr>
      </p:sp>
      <p:sp>
        <p:nvSpPr>
          <p:cNvPr id="192" name="Shape 189"/>
          <p:cNvSpPr/>
          <p:nvPr/>
        </p:nvSpPr>
        <p:spPr>
          <a:xfrm>
            <a:off x="8623935" y="1228725"/>
            <a:ext cx="62865" cy="62865"/>
          </a:xfrm>
          <a:prstGeom prst="rect">
            <a:avLst/>
          </a:prstGeom>
          <a:solidFill>
            <a:srgbClr val="2378BD"/>
          </a:solidFill>
          <a:ln w="12700">
            <a:solidFill>
              <a:srgbClr val="2378BD"/>
            </a:solidFill>
            <a:prstDash val="solid"/>
          </a:ln>
        </p:spPr>
      </p:sp>
      <p:sp>
        <p:nvSpPr>
          <p:cNvPr id="193" name="Shape 190"/>
          <p:cNvSpPr/>
          <p:nvPr/>
        </p:nvSpPr>
        <p:spPr>
          <a:xfrm>
            <a:off x="7680960" y="1291590"/>
            <a:ext cx="62865" cy="62865"/>
          </a:xfrm>
          <a:prstGeom prst="rect">
            <a:avLst/>
          </a:prstGeom>
          <a:solidFill>
            <a:srgbClr val="2378BD"/>
          </a:solidFill>
          <a:ln w="12700">
            <a:solidFill>
              <a:srgbClr val="2378BD"/>
            </a:solidFill>
            <a:prstDash val="solid"/>
          </a:ln>
        </p:spPr>
      </p:sp>
      <p:sp>
        <p:nvSpPr>
          <p:cNvPr id="194" name="Shape 191"/>
          <p:cNvSpPr/>
          <p:nvPr/>
        </p:nvSpPr>
        <p:spPr>
          <a:xfrm>
            <a:off x="7743825" y="1291590"/>
            <a:ext cx="62865" cy="62865"/>
          </a:xfrm>
          <a:prstGeom prst="rect">
            <a:avLst/>
          </a:prstGeom>
          <a:solidFill>
            <a:srgbClr val="2378BD"/>
          </a:solidFill>
          <a:ln w="12700">
            <a:solidFill>
              <a:srgbClr val="2378BD"/>
            </a:solidFill>
            <a:prstDash val="solid"/>
          </a:ln>
        </p:spPr>
      </p:sp>
      <p:sp>
        <p:nvSpPr>
          <p:cNvPr id="195" name="Shape 192"/>
          <p:cNvSpPr/>
          <p:nvPr/>
        </p:nvSpPr>
        <p:spPr>
          <a:xfrm>
            <a:off x="8121015" y="1291590"/>
            <a:ext cx="62865" cy="62865"/>
          </a:xfrm>
          <a:prstGeom prst="rect">
            <a:avLst/>
          </a:prstGeom>
          <a:solidFill>
            <a:srgbClr val="2378BD"/>
          </a:solidFill>
          <a:ln w="12700">
            <a:solidFill>
              <a:srgbClr val="2378BD"/>
            </a:solidFill>
            <a:prstDash val="solid"/>
          </a:ln>
        </p:spPr>
      </p:sp>
      <p:sp>
        <p:nvSpPr>
          <p:cNvPr id="196" name="Shape 193"/>
          <p:cNvSpPr/>
          <p:nvPr/>
        </p:nvSpPr>
        <p:spPr>
          <a:xfrm>
            <a:off x="8183880" y="1291590"/>
            <a:ext cx="62865" cy="62865"/>
          </a:xfrm>
          <a:prstGeom prst="rect">
            <a:avLst/>
          </a:prstGeom>
          <a:solidFill>
            <a:srgbClr val="2378BD"/>
          </a:solidFill>
          <a:ln w="12700">
            <a:solidFill>
              <a:srgbClr val="2378BD"/>
            </a:solidFill>
            <a:prstDash val="solid"/>
          </a:ln>
        </p:spPr>
      </p:sp>
      <p:sp>
        <p:nvSpPr>
          <p:cNvPr id="197" name="Shape 194"/>
          <p:cNvSpPr/>
          <p:nvPr/>
        </p:nvSpPr>
        <p:spPr>
          <a:xfrm>
            <a:off x="8498205" y="1291590"/>
            <a:ext cx="62865" cy="62865"/>
          </a:xfrm>
          <a:prstGeom prst="rect">
            <a:avLst/>
          </a:prstGeom>
          <a:solidFill>
            <a:srgbClr val="2378BD"/>
          </a:solidFill>
          <a:ln w="12700">
            <a:solidFill>
              <a:srgbClr val="2378BD"/>
            </a:solidFill>
            <a:prstDash val="solid"/>
          </a:ln>
        </p:spPr>
      </p:sp>
      <p:sp>
        <p:nvSpPr>
          <p:cNvPr id="198" name="Shape 195"/>
          <p:cNvSpPr/>
          <p:nvPr/>
        </p:nvSpPr>
        <p:spPr>
          <a:xfrm>
            <a:off x="8561070" y="1291590"/>
            <a:ext cx="62865" cy="62865"/>
          </a:xfrm>
          <a:prstGeom prst="rect">
            <a:avLst/>
          </a:prstGeom>
          <a:solidFill>
            <a:srgbClr val="2378BD"/>
          </a:solidFill>
          <a:ln w="12700">
            <a:solidFill>
              <a:srgbClr val="2378BD"/>
            </a:solidFill>
            <a:prstDash val="solid"/>
          </a:ln>
        </p:spPr>
      </p:sp>
      <p:sp>
        <p:nvSpPr>
          <p:cNvPr id="199" name="Shape 196"/>
          <p:cNvSpPr/>
          <p:nvPr/>
        </p:nvSpPr>
        <p:spPr>
          <a:xfrm>
            <a:off x="8623935" y="1291590"/>
            <a:ext cx="62865" cy="62865"/>
          </a:xfrm>
          <a:prstGeom prst="rect">
            <a:avLst/>
          </a:prstGeom>
          <a:solidFill>
            <a:srgbClr val="2378BD"/>
          </a:solidFill>
          <a:ln w="12700">
            <a:solidFill>
              <a:srgbClr val="2378BD"/>
            </a:solidFill>
            <a:prstDash val="solid"/>
          </a:ln>
        </p:spPr>
      </p:sp>
      <p:sp>
        <p:nvSpPr>
          <p:cNvPr id="200" name="Shape 197"/>
          <p:cNvSpPr/>
          <p:nvPr/>
        </p:nvSpPr>
        <p:spPr>
          <a:xfrm>
            <a:off x="7680960" y="1354455"/>
            <a:ext cx="62865" cy="62865"/>
          </a:xfrm>
          <a:prstGeom prst="rect">
            <a:avLst/>
          </a:prstGeom>
          <a:solidFill>
            <a:srgbClr val="2378BD"/>
          </a:solidFill>
          <a:ln w="12700">
            <a:solidFill>
              <a:srgbClr val="2378BD"/>
            </a:solidFill>
            <a:prstDash val="solid"/>
          </a:ln>
        </p:spPr>
      </p:sp>
      <p:sp>
        <p:nvSpPr>
          <p:cNvPr id="201" name="Shape 198"/>
          <p:cNvSpPr/>
          <p:nvPr/>
        </p:nvSpPr>
        <p:spPr>
          <a:xfrm>
            <a:off x="7743825" y="1354455"/>
            <a:ext cx="62865" cy="62865"/>
          </a:xfrm>
          <a:prstGeom prst="rect">
            <a:avLst/>
          </a:prstGeom>
          <a:solidFill>
            <a:srgbClr val="2378BD"/>
          </a:solidFill>
          <a:ln w="12700">
            <a:solidFill>
              <a:srgbClr val="2378BD"/>
            </a:solidFill>
            <a:prstDash val="solid"/>
          </a:ln>
        </p:spPr>
      </p:sp>
      <p:sp>
        <p:nvSpPr>
          <p:cNvPr id="202" name="Shape 199"/>
          <p:cNvSpPr/>
          <p:nvPr/>
        </p:nvSpPr>
        <p:spPr>
          <a:xfrm>
            <a:off x="7995285" y="1354455"/>
            <a:ext cx="62865" cy="62865"/>
          </a:xfrm>
          <a:prstGeom prst="rect">
            <a:avLst/>
          </a:prstGeom>
          <a:solidFill>
            <a:srgbClr val="2378BD"/>
          </a:solidFill>
          <a:ln w="12700">
            <a:solidFill>
              <a:srgbClr val="2378BD"/>
            </a:solidFill>
            <a:prstDash val="solid"/>
          </a:ln>
        </p:spPr>
      </p:sp>
      <p:sp>
        <p:nvSpPr>
          <p:cNvPr id="203" name="Shape 200"/>
          <p:cNvSpPr/>
          <p:nvPr/>
        </p:nvSpPr>
        <p:spPr>
          <a:xfrm>
            <a:off x="8058150" y="1354455"/>
            <a:ext cx="62865" cy="62865"/>
          </a:xfrm>
          <a:prstGeom prst="rect">
            <a:avLst/>
          </a:prstGeom>
          <a:solidFill>
            <a:srgbClr val="2378BD"/>
          </a:solidFill>
          <a:ln w="12700">
            <a:solidFill>
              <a:srgbClr val="2378BD"/>
            </a:solidFill>
            <a:prstDash val="solid"/>
          </a:ln>
        </p:spPr>
      </p:sp>
      <p:sp>
        <p:nvSpPr>
          <p:cNvPr id="204" name="Shape 201"/>
          <p:cNvSpPr/>
          <p:nvPr/>
        </p:nvSpPr>
        <p:spPr>
          <a:xfrm>
            <a:off x="8121015" y="1354455"/>
            <a:ext cx="62865" cy="62865"/>
          </a:xfrm>
          <a:prstGeom prst="rect">
            <a:avLst/>
          </a:prstGeom>
          <a:solidFill>
            <a:srgbClr val="2378BD"/>
          </a:solidFill>
          <a:ln w="12700">
            <a:solidFill>
              <a:srgbClr val="2378BD"/>
            </a:solidFill>
            <a:prstDash val="solid"/>
          </a:ln>
        </p:spPr>
      </p:sp>
      <p:sp>
        <p:nvSpPr>
          <p:cNvPr id="205" name="Shape 202"/>
          <p:cNvSpPr/>
          <p:nvPr/>
        </p:nvSpPr>
        <p:spPr>
          <a:xfrm>
            <a:off x="8183880" y="1354455"/>
            <a:ext cx="62865" cy="62865"/>
          </a:xfrm>
          <a:prstGeom prst="rect">
            <a:avLst/>
          </a:prstGeom>
          <a:solidFill>
            <a:srgbClr val="2378BD"/>
          </a:solidFill>
          <a:ln w="12700">
            <a:solidFill>
              <a:srgbClr val="2378BD"/>
            </a:solidFill>
            <a:prstDash val="solid"/>
          </a:ln>
        </p:spPr>
      </p:sp>
      <p:sp>
        <p:nvSpPr>
          <p:cNvPr id="206" name="Shape 203"/>
          <p:cNvSpPr/>
          <p:nvPr/>
        </p:nvSpPr>
        <p:spPr>
          <a:xfrm>
            <a:off x="8246745" y="1354455"/>
            <a:ext cx="62865" cy="62865"/>
          </a:xfrm>
          <a:prstGeom prst="rect">
            <a:avLst/>
          </a:prstGeom>
          <a:solidFill>
            <a:srgbClr val="2378BD"/>
          </a:solidFill>
          <a:ln w="12700">
            <a:solidFill>
              <a:srgbClr val="2378BD"/>
            </a:solidFill>
            <a:prstDash val="solid"/>
          </a:ln>
        </p:spPr>
      </p:sp>
      <p:sp>
        <p:nvSpPr>
          <p:cNvPr id="207" name="Shape 204"/>
          <p:cNvSpPr/>
          <p:nvPr/>
        </p:nvSpPr>
        <p:spPr>
          <a:xfrm>
            <a:off x="8309610" y="1354455"/>
            <a:ext cx="62865" cy="62865"/>
          </a:xfrm>
          <a:prstGeom prst="rect">
            <a:avLst/>
          </a:prstGeom>
          <a:solidFill>
            <a:srgbClr val="2378BD"/>
          </a:solidFill>
          <a:ln w="12700">
            <a:solidFill>
              <a:srgbClr val="2378BD"/>
            </a:solidFill>
            <a:prstDash val="solid"/>
          </a:ln>
        </p:spPr>
      </p:sp>
      <p:sp>
        <p:nvSpPr>
          <p:cNvPr id="208" name="Shape 205"/>
          <p:cNvSpPr/>
          <p:nvPr/>
        </p:nvSpPr>
        <p:spPr>
          <a:xfrm>
            <a:off x="8561070" y="1354455"/>
            <a:ext cx="62865" cy="62865"/>
          </a:xfrm>
          <a:prstGeom prst="rect">
            <a:avLst/>
          </a:prstGeom>
          <a:solidFill>
            <a:srgbClr val="2378BD"/>
          </a:solidFill>
          <a:ln w="12700">
            <a:solidFill>
              <a:srgbClr val="2378BD"/>
            </a:solidFill>
            <a:prstDash val="solid"/>
          </a:ln>
        </p:spPr>
      </p:sp>
      <p:sp>
        <p:nvSpPr>
          <p:cNvPr id="209" name="Shape 206"/>
          <p:cNvSpPr/>
          <p:nvPr/>
        </p:nvSpPr>
        <p:spPr>
          <a:xfrm>
            <a:off x="7680960" y="1417320"/>
            <a:ext cx="62865" cy="62865"/>
          </a:xfrm>
          <a:prstGeom prst="rect">
            <a:avLst/>
          </a:prstGeom>
          <a:solidFill>
            <a:srgbClr val="2378BD"/>
          </a:solidFill>
          <a:ln w="12700">
            <a:solidFill>
              <a:srgbClr val="2378BD"/>
            </a:solidFill>
            <a:prstDash val="solid"/>
          </a:ln>
        </p:spPr>
      </p:sp>
      <p:sp>
        <p:nvSpPr>
          <p:cNvPr id="210" name="Shape 207"/>
          <p:cNvSpPr/>
          <p:nvPr/>
        </p:nvSpPr>
        <p:spPr>
          <a:xfrm>
            <a:off x="7743825" y="1417320"/>
            <a:ext cx="62865" cy="62865"/>
          </a:xfrm>
          <a:prstGeom prst="rect">
            <a:avLst/>
          </a:prstGeom>
          <a:solidFill>
            <a:srgbClr val="2378BD"/>
          </a:solidFill>
          <a:ln w="12700">
            <a:solidFill>
              <a:srgbClr val="2378BD"/>
            </a:solidFill>
            <a:prstDash val="solid"/>
          </a:ln>
        </p:spPr>
      </p:sp>
      <p:sp>
        <p:nvSpPr>
          <p:cNvPr id="211" name="Shape 208"/>
          <p:cNvSpPr/>
          <p:nvPr/>
        </p:nvSpPr>
        <p:spPr>
          <a:xfrm>
            <a:off x="7995285" y="1417320"/>
            <a:ext cx="62865" cy="62865"/>
          </a:xfrm>
          <a:prstGeom prst="rect">
            <a:avLst/>
          </a:prstGeom>
          <a:solidFill>
            <a:srgbClr val="2378BD"/>
          </a:solidFill>
          <a:ln w="12700">
            <a:solidFill>
              <a:srgbClr val="2378BD"/>
            </a:solidFill>
            <a:prstDash val="solid"/>
          </a:ln>
        </p:spPr>
      </p:sp>
      <p:sp>
        <p:nvSpPr>
          <p:cNvPr id="212" name="Shape 209"/>
          <p:cNvSpPr/>
          <p:nvPr/>
        </p:nvSpPr>
        <p:spPr>
          <a:xfrm>
            <a:off x="8058150" y="1417320"/>
            <a:ext cx="62865" cy="62865"/>
          </a:xfrm>
          <a:prstGeom prst="rect">
            <a:avLst/>
          </a:prstGeom>
          <a:solidFill>
            <a:srgbClr val="2378BD"/>
          </a:solidFill>
          <a:ln w="12700">
            <a:solidFill>
              <a:srgbClr val="2378BD"/>
            </a:solidFill>
            <a:prstDash val="solid"/>
          </a:ln>
        </p:spPr>
      </p:sp>
      <p:sp>
        <p:nvSpPr>
          <p:cNvPr id="213" name="Shape 210"/>
          <p:cNvSpPr/>
          <p:nvPr/>
        </p:nvSpPr>
        <p:spPr>
          <a:xfrm>
            <a:off x="8121015" y="1417320"/>
            <a:ext cx="62865" cy="62865"/>
          </a:xfrm>
          <a:prstGeom prst="rect">
            <a:avLst/>
          </a:prstGeom>
          <a:solidFill>
            <a:srgbClr val="2378BD"/>
          </a:solidFill>
          <a:ln w="12700">
            <a:solidFill>
              <a:srgbClr val="2378BD"/>
            </a:solidFill>
            <a:prstDash val="solid"/>
          </a:ln>
        </p:spPr>
      </p:sp>
      <p:sp>
        <p:nvSpPr>
          <p:cNvPr id="214" name="Shape 211"/>
          <p:cNvSpPr/>
          <p:nvPr/>
        </p:nvSpPr>
        <p:spPr>
          <a:xfrm>
            <a:off x="8183880" y="1417320"/>
            <a:ext cx="62865" cy="62865"/>
          </a:xfrm>
          <a:prstGeom prst="rect">
            <a:avLst/>
          </a:prstGeom>
          <a:solidFill>
            <a:srgbClr val="2378BD"/>
          </a:solidFill>
          <a:ln w="12700">
            <a:solidFill>
              <a:srgbClr val="2378BD"/>
            </a:solidFill>
            <a:prstDash val="solid"/>
          </a:ln>
        </p:spPr>
      </p:sp>
      <p:sp>
        <p:nvSpPr>
          <p:cNvPr id="215" name="Shape 212"/>
          <p:cNvSpPr/>
          <p:nvPr/>
        </p:nvSpPr>
        <p:spPr>
          <a:xfrm>
            <a:off x="8309610" y="1417320"/>
            <a:ext cx="62865" cy="62865"/>
          </a:xfrm>
          <a:prstGeom prst="rect">
            <a:avLst/>
          </a:prstGeom>
          <a:solidFill>
            <a:srgbClr val="2378BD"/>
          </a:solidFill>
          <a:ln w="12700">
            <a:solidFill>
              <a:srgbClr val="2378BD"/>
            </a:solidFill>
            <a:prstDash val="solid"/>
          </a:ln>
        </p:spPr>
      </p:sp>
      <p:sp>
        <p:nvSpPr>
          <p:cNvPr id="216" name="Shape 213"/>
          <p:cNvSpPr/>
          <p:nvPr/>
        </p:nvSpPr>
        <p:spPr>
          <a:xfrm>
            <a:off x="8498205" y="1417320"/>
            <a:ext cx="62865" cy="62865"/>
          </a:xfrm>
          <a:prstGeom prst="rect">
            <a:avLst/>
          </a:prstGeom>
          <a:solidFill>
            <a:srgbClr val="2378BD"/>
          </a:solidFill>
          <a:ln w="12700">
            <a:solidFill>
              <a:srgbClr val="2378BD"/>
            </a:solidFill>
            <a:prstDash val="solid"/>
          </a:ln>
        </p:spPr>
      </p:sp>
      <p:sp>
        <p:nvSpPr>
          <p:cNvPr id="217" name="Shape 214"/>
          <p:cNvSpPr/>
          <p:nvPr/>
        </p:nvSpPr>
        <p:spPr>
          <a:xfrm>
            <a:off x="8561070" y="1417320"/>
            <a:ext cx="62865" cy="62865"/>
          </a:xfrm>
          <a:prstGeom prst="rect">
            <a:avLst/>
          </a:prstGeom>
          <a:solidFill>
            <a:srgbClr val="2378BD"/>
          </a:solidFill>
          <a:ln w="12700">
            <a:solidFill>
              <a:srgbClr val="2378BD"/>
            </a:solidFill>
            <a:prstDash val="solid"/>
          </a:ln>
        </p:spPr>
      </p:sp>
      <p:sp>
        <p:nvSpPr>
          <p:cNvPr id="218" name="Shape 215"/>
          <p:cNvSpPr/>
          <p:nvPr/>
        </p:nvSpPr>
        <p:spPr>
          <a:xfrm>
            <a:off x="8623935" y="1417320"/>
            <a:ext cx="62865" cy="62865"/>
          </a:xfrm>
          <a:prstGeom prst="rect">
            <a:avLst/>
          </a:prstGeom>
          <a:solidFill>
            <a:srgbClr val="2378BD"/>
          </a:solidFill>
          <a:ln w="12700">
            <a:solidFill>
              <a:srgbClr val="2378BD"/>
            </a:solidFill>
            <a:prstDash val="solid"/>
          </a:ln>
        </p:spPr>
      </p:sp>
      <p:sp>
        <p:nvSpPr>
          <p:cNvPr id="219" name="Shape 216"/>
          <p:cNvSpPr/>
          <p:nvPr/>
        </p:nvSpPr>
        <p:spPr>
          <a:xfrm>
            <a:off x="7680960" y="1480185"/>
            <a:ext cx="62865" cy="62865"/>
          </a:xfrm>
          <a:prstGeom prst="rect">
            <a:avLst/>
          </a:prstGeom>
          <a:solidFill>
            <a:srgbClr val="2378BD"/>
          </a:solidFill>
          <a:ln w="12700">
            <a:solidFill>
              <a:srgbClr val="2378BD"/>
            </a:solidFill>
            <a:prstDash val="solid"/>
          </a:ln>
        </p:spPr>
      </p:sp>
      <p:sp>
        <p:nvSpPr>
          <p:cNvPr id="220" name="Shape 217"/>
          <p:cNvSpPr/>
          <p:nvPr/>
        </p:nvSpPr>
        <p:spPr>
          <a:xfrm>
            <a:off x="7743825" y="1480185"/>
            <a:ext cx="62865" cy="62865"/>
          </a:xfrm>
          <a:prstGeom prst="rect">
            <a:avLst/>
          </a:prstGeom>
          <a:solidFill>
            <a:srgbClr val="2378BD"/>
          </a:solidFill>
          <a:ln w="12700">
            <a:solidFill>
              <a:srgbClr val="2378BD"/>
            </a:solidFill>
            <a:prstDash val="solid"/>
          </a:ln>
        </p:spPr>
      </p:sp>
      <p:sp>
        <p:nvSpPr>
          <p:cNvPr id="221" name="Shape 218"/>
          <p:cNvSpPr/>
          <p:nvPr/>
        </p:nvSpPr>
        <p:spPr>
          <a:xfrm>
            <a:off x="8121015" y="1480185"/>
            <a:ext cx="62865" cy="62865"/>
          </a:xfrm>
          <a:prstGeom prst="rect">
            <a:avLst/>
          </a:prstGeom>
          <a:solidFill>
            <a:srgbClr val="2378BD"/>
          </a:solidFill>
          <a:ln w="12700">
            <a:solidFill>
              <a:srgbClr val="2378BD"/>
            </a:solidFill>
            <a:prstDash val="solid"/>
          </a:ln>
        </p:spPr>
      </p:sp>
      <p:sp>
        <p:nvSpPr>
          <p:cNvPr id="222" name="Shape 219"/>
          <p:cNvSpPr/>
          <p:nvPr/>
        </p:nvSpPr>
        <p:spPr>
          <a:xfrm>
            <a:off x="8183880" y="1480185"/>
            <a:ext cx="62865" cy="62865"/>
          </a:xfrm>
          <a:prstGeom prst="rect">
            <a:avLst/>
          </a:prstGeom>
          <a:solidFill>
            <a:srgbClr val="2378BD"/>
          </a:solidFill>
          <a:ln w="12700">
            <a:solidFill>
              <a:srgbClr val="2378BD"/>
            </a:solidFill>
            <a:prstDash val="solid"/>
          </a:ln>
        </p:spPr>
      </p:sp>
      <p:sp>
        <p:nvSpPr>
          <p:cNvPr id="223" name="Shape 220"/>
          <p:cNvSpPr/>
          <p:nvPr/>
        </p:nvSpPr>
        <p:spPr>
          <a:xfrm>
            <a:off x="8498205" y="1480185"/>
            <a:ext cx="62865" cy="62865"/>
          </a:xfrm>
          <a:prstGeom prst="rect">
            <a:avLst/>
          </a:prstGeom>
          <a:solidFill>
            <a:srgbClr val="2378BD"/>
          </a:solidFill>
          <a:ln w="12700">
            <a:solidFill>
              <a:srgbClr val="2378BD"/>
            </a:solidFill>
            <a:prstDash val="solid"/>
          </a:ln>
        </p:spPr>
      </p:sp>
      <p:sp>
        <p:nvSpPr>
          <p:cNvPr id="224" name="Shape 221"/>
          <p:cNvSpPr/>
          <p:nvPr/>
        </p:nvSpPr>
        <p:spPr>
          <a:xfrm>
            <a:off x="8561070" y="1480185"/>
            <a:ext cx="62865" cy="62865"/>
          </a:xfrm>
          <a:prstGeom prst="rect">
            <a:avLst/>
          </a:prstGeom>
          <a:solidFill>
            <a:srgbClr val="2378BD"/>
          </a:solidFill>
          <a:ln w="12700">
            <a:solidFill>
              <a:srgbClr val="2378BD"/>
            </a:solidFill>
            <a:prstDash val="solid"/>
          </a:ln>
        </p:spPr>
      </p:sp>
      <p:sp>
        <p:nvSpPr>
          <p:cNvPr id="225" name="Shape 222"/>
          <p:cNvSpPr/>
          <p:nvPr/>
        </p:nvSpPr>
        <p:spPr>
          <a:xfrm>
            <a:off x="8623935" y="1480185"/>
            <a:ext cx="62865" cy="62865"/>
          </a:xfrm>
          <a:prstGeom prst="rect">
            <a:avLst/>
          </a:prstGeom>
          <a:solidFill>
            <a:srgbClr val="2378BD"/>
          </a:solidFill>
          <a:ln w="12700">
            <a:solidFill>
              <a:srgbClr val="2378BD"/>
            </a:solidFill>
            <a:prstDash val="solid"/>
          </a:ln>
        </p:spPr>
      </p:sp>
      <p:sp>
        <p:nvSpPr>
          <p:cNvPr id="226" name="Shape 223"/>
          <p:cNvSpPr/>
          <p:nvPr/>
        </p:nvSpPr>
        <p:spPr>
          <a:xfrm>
            <a:off x="7680960" y="1543050"/>
            <a:ext cx="62865" cy="62865"/>
          </a:xfrm>
          <a:prstGeom prst="rect">
            <a:avLst/>
          </a:prstGeom>
          <a:solidFill>
            <a:srgbClr val="2378BD"/>
          </a:solidFill>
          <a:ln w="12700">
            <a:solidFill>
              <a:srgbClr val="2378BD"/>
            </a:solidFill>
            <a:prstDash val="solid"/>
          </a:ln>
        </p:spPr>
      </p:sp>
      <p:sp>
        <p:nvSpPr>
          <p:cNvPr id="227" name="Shape 224"/>
          <p:cNvSpPr/>
          <p:nvPr/>
        </p:nvSpPr>
        <p:spPr>
          <a:xfrm>
            <a:off x="7743825" y="1543050"/>
            <a:ext cx="62865" cy="62865"/>
          </a:xfrm>
          <a:prstGeom prst="rect">
            <a:avLst/>
          </a:prstGeom>
          <a:solidFill>
            <a:srgbClr val="2378BD"/>
          </a:solidFill>
          <a:ln w="12700">
            <a:solidFill>
              <a:srgbClr val="2378BD"/>
            </a:solidFill>
            <a:prstDash val="solid"/>
          </a:ln>
        </p:spPr>
      </p:sp>
      <p:sp>
        <p:nvSpPr>
          <p:cNvPr id="228" name="Shape 225"/>
          <p:cNvSpPr/>
          <p:nvPr/>
        </p:nvSpPr>
        <p:spPr>
          <a:xfrm>
            <a:off x="7806690" y="1543050"/>
            <a:ext cx="62865" cy="62865"/>
          </a:xfrm>
          <a:prstGeom prst="rect">
            <a:avLst/>
          </a:prstGeom>
          <a:solidFill>
            <a:srgbClr val="2378BD"/>
          </a:solidFill>
          <a:ln w="12700">
            <a:solidFill>
              <a:srgbClr val="2378BD"/>
            </a:solidFill>
            <a:prstDash val="solid"/>
          </a:ln>
        </p:spPr>
      </p:sp>
      <p:sp>
        <p:nvSpPr>
          <p:cNvPr id="229" name="Shape 226"/>
          <p:cNvSpPr/>
          <p:nvPr/>
        </p:nvSpPr>
        <p:spPr>
          <a:xfrm>
            <a:off x="8121015" y="1543050"/>
            <a:ext cx="62865" cy="62865"/>
          </a:xfrm>
          <a:prstGeom prst="rect">
            <a:avLst/>
          </a:prstGeom>
          <a:solidFill>
            <a:srgbClr val="2378BD"/>
          </a:solidFill>
          <a:ln w="12700">
            <a:solidFill>
              <a:srgbClr val="2378BD"/>
            </a:solidFill>
            <a:prstDash val="solid"/>
          </a:ln>
        </p:spPr>
      </p:sp>
      <p:sp>
        <p:nvSpPr>
          <p:cNvPr id="230" name="Shape 227"/>
          <p:cNvSpPr/>
          <p:nvPr/>
        </p:nvSpPr>
        <p:spPr>
          <a:xfrm>
            <a:off x="8183880" y="1543050"/>
            <a:ext cx="62865" cy="62865"/>
          </a:xfrm>
          <a:prstGeom prst="rect">
            <a:avLst/>
          </a:prstGeom>
          <a:solidFill>
            <a:srgbClr val="2378BD"/>
          </a:solidFill>
          <a:ln w="12700">
            <a:solidFill>
              <a:srgbClr val="2378BD"/>
            </a:solidFill>
            <a:prstDash val="solid"/>
          </a:ln>
        </p:spPr>
      </p:sp>
      <p:sp>
        <p:nvSpPr>
          <p:cNvPr id="231" name="Shape 228"/>
          <p:cNvSpPr/>
          <p:nvPr/>
        </p:nvSpPr>
        <p:spPr>
          <a:xfrm>
            <a:off x="8498205" y="1543050"/>
            <a:ext cx="62865" cy="62865"/>
          </a:xfrm>
          <a:prstGeom prst="rect">
            <a:avLst/>
          </a:prstGeom>
          <a:solidFill>
            <a:srgbClr val="2378BD"/>
          </a:solidFill>
          <a:ln w="12700">
            <a:solidFill>
              <a:srgbClr val="2378BD"/>
            </a:solidFill>
            <a:prstDash val="solid"/>
          </a:ln>
        </p:spPr>
      </p:sp>
      <p:sp>
        <p:nvSpPr>
          <p:cNvPr id="232" name="Shape 229"/>
          <p:cNvSpPr/>
          <p:nvPr/>
        </p:nvSpPr>
        <p:spPr>
          <a:xfrm>
            <a:off x="8561070" y="1543050"/>
            <a:ext cx="62865" cy="62865"/>
          </a:xfrm>
          <a:prstGeom prst="rect">
            <a:avLst/>
          </a:prstGeom>
          <a:solidFill>
            <a:srgbClr val="2378BD"/>
          </a:solidFill>
          <a:ln w="12700">
            <a:solidFill>
              <a:srgbClr val="2378BD"/>
            </a:solidFill>
            <a:prstDash val="solid"/>
          </a:ln>
        </p:spPr>
      </p:sp>
      <p:sp>
        <p:nvSpPr>
          <p:cNvPr id="233" name="Shape 230"/>
          <p:cNvSpPr/>
          <p:nvPr/>
        </p:nvSpPr>
        <p:spPr>
          <a:xfrm>
            <a:off x="7680960" y="1605915"/>
            <a:ext cx="62865" cy="62865"/>
          </a:xfrm>
          <a:prstGeom prst="rect">
            <a:avLst/>
          </a:prstGeom>
          <a:solidFill>
            <a:srgbClr val="2378BD"/>
          </a:solidFill>
          <a:ln w="12700">
            <a:solidFill>
              <a:srgbClr val="2378BD"/>
            </a:solidFill>
            <a:prstDash val="solid"/>
          </a:ln>
        </p:spPr>
      </p:sp>
      <p:sp>
        <p:nvSpPr>
          <p:cNvPr id="234" name="Shape 231"/>
          <p:cNvSpPr/>
          <p:nvPr/>
        </p:nvSpPr>
        <p:spPr>
          <a:xfrm>
            <a:off x="7743825" y="1605915"/>
            <a:ext cx="62865" cy="62865"/>
          </a:xfrm>
          <a:prstGeom prst="rect">
            <a:avLst/>
          </a:prstGeom>
          <a:solidFill>
            <a:srgbClr val="2378BD"/>
          </a:solidFill>
          <a:ln w="12700">
            <a:solidFill>
              <a:srgbClr val="2378BD"/>
            </a:solidFill>
            <a:prstDash val="solid"/>
          </a:ln>
        </p:spPr>
      </p:sp>
      <p:sp>
        <p:nvSpPr>
          <p:cNvPr id="235" name="Shape 232"/>
          <p:cNvSpPr/>
          <p:nvPr/>
        </p:nvSpPr>
        <p:spPr>
          <a:xfrm>
            <a:off x="7806690" y="1605915"/>
            <a:ext cx="62865" cy="62865"/>
          </a:xfrm>
          <a:prstGeom prst="rect">
            <a:avLst/>
          </a:prstGeom>
          <a:solidFill>
            <a:srgbClr val="2378BD"/>
          </a:solidFill>
          <a:ln w="12700">
            <a:solidFill>
              <a:srgbClr val="2378BD"/>
            </a:solidFill>
            <a:prstDash val="solid"/>
          </a:ln>
        </p:spPr>
      </p:sp>
      <p:sp>
        <p:nvSpPr>
          <p:cNvPr id="236" name="Shape 233"/>
          <p:cNvSpPr/>
          <p:nvPr/>
        </p:nvSpPr>
        <p:spPr>
          <a:xfrm>
            <a:off x="7869555" y="1605915"/>
            <a:ext cx="62865" cy="62865"/>
          </a:xfrm>
          <a:prstGeom prst="rect">
            <a:avLst/>
          </a:prstGeom>
          <a:solidFill>
            <a:srgbClr val="2378BD"/>
          </a:solidFill>
          <a:ln w="12700">
            <a:solidFill>
              <a:srgbClr val="2378BD"/>
            </a:solidFill>
            <a:prstDash val="solid"/>
          </a:ln>
        </p:spPr>
      </p:sp>
      <p:sp>
        <p:nvSpPr>
          <p:cNvPr id="237" name="Shape 234"/>
          <p:cNvSpPr/>
          <p:nvPr/>
        </p:nvSpPr>
        <p:spPr>
          <a:xfrm>
            <a:off x="7995285" y="1605915"/>
            <a:ext cx="62865" cy="62865"/>
          </a:xfrm>
          <a:prstGeom prst="rect">
            <a:avLst/>
          </a:prstGeom>
          <a:solidFill>
            <a:srgbClr val="2378BD"/>
          </a:solidFill>
          <a:ln w="12700">
            <a:solidFill>
              <a:srgbClr val="2378BD"/>
            </a:solidFill>
            <a:prstDash val="solid"/>
          </a:ln>
        </p:spPr>
      </p:sp>
      <p:sp>
        <p:nvSpPr>
          <p:cNvPr id="238" name="Shape 235"/>
          <p:cNvSpPr/>
          <p:nvPr/>
        </p:nvSpPr>
        <p:spPr>
          <a:xfrm>
            <a:off x="8058150" y="1605915"/>
            <a:ext cx="62865" cy="62865"/>
          </a:xfrm>
          <a:prstGeom prst="rect">
            <a:avLst/>
          </a:prstGeom>
          <a:solidFill>
            <a:srgbClr val="2378BD"/>
          </a:solidFill>
          <a:ln w="12700">
            <a:solidFill>
              <a:srgbClr val="2378BD"/>
            </a:solidFill>
            <a:prstDash val="solid"/>
          </a:ln>
        </p:spPr>
      </p:sp>
      <p:sp>
        <p:nvSpPr>
          <p:cNvPr id="239" name="Shape 236"/>
          <p:cNvSpPr/>
          <p:nvPr/>
        </p:nvSpPr>
        <p:spPr>
          <a:xfrm>
            <a:off x="8121015" y="1605915"/>
            <a:ext cx="62865" cy="62865"/>
          </a:xfrm>
          <a:prstGeom prst="rect">
            <a:avLst/>
          </a:prstGeom>
          <a:solidFill>
            <a:srgbClr val="2378BD"/>
          </a:solidFill>
          <a:ln w="12700">
            <a:solidFill>
              <a:srgbClr val="2378BD"/>
            </a:solidFill>
            <a:prstDash val="solid"/>
          </a:ln>
        </p:spPr>
      </p:sp>
      <p:sp>
        <p:nvSpPr>
          <p:cNvPr id="240" name="Shape 237"/>
          <p:cNvSpPr/>
          <p:nvPr/>
        </p:nvSpPr>
        <p:spPr>
          <a:xfrm>
            <a:off x="8183880" y="1605915"/>
            <a:ext cx="62865" cy="62865"/>
          </a:xfrm>
          <a:prstGeom prst="rect">
            <a:avLst/>
          </a:prstGeom>
          <a:solidFill>
            <a:srgbClr val="2378BD"/>
          </a:solidFill>
          <a:ln w="12700">
            <a:solidFill>
              <a:srgbClr val="2378BD"/>
            </a:solidFill>
            <a:prstDash val="solid"/>
          </a:ln>
        </p:spPr>
      </p:sp>
      <p:sp>
        <p:nvSpPr>
          <p:cNvPr id="241" name="Shape 238"/>
          <p:cNvSpPr/>
          <p:nvPr/>
        </p:nvSpPr>
        <p:spPr>
          <a:xfrm>
            <a:off x="8246745" y="1605915"/>
            <a:ext cx="62865" cy="62865"/>
          </a:xfrm>
          <a:prstGeom prst="rect">
            <a:avLst/>
          </a:prstGeom>
          <a:solidFill>
            <a:srgbClr val="2378BD"/>
          </a:solidFill>
          <a:ln w="12700">
            <a:solidFill>
              <a:srgbClr val="2378BD"/>
            </a:solidFill>
            <a:prstDash val="solid"/>
          </a:ln>
        </p:spPr>
      </p:sp>
      <p:sp>
        <p:nvSpPr>
          <p:cNvPr id="242" name="Shape 239"/>
          <p:cNvSpPr/>
          <p:nvPr/>
        </p:nvSpPr>
        <p:spPr>
          <a:xfrm>
            <a:off x="8309610" y="1605915"/>
            <a:ext cx="62865" cy="62865"/>
          </a:xfrm>
          <a:prstGeom prst="rect">
            <a:avLst/>
          </a:prstGeom>
          <a:solidFill>
            <a:srgbClr val="2378BD"/>
          </a:solidFill>
          <a:ln w="12700">
            <a:solidFill>
              <a:srgbClr val="2378BD"/>
            </a:solidFill>
            <a:prstDash val="solid"/>
          </a:ln>
        </p:spPr>
      </p:sp>
      <p:sp>
        <p:nvSpPr>
          <p:cNvPr id="243" name="Shape 240"/>
          <p:cNvSpPr/>
          <p:nvPr/>
        </p:nvSpPr>
        <p:spPr>
          <a:xfrm>
            <a:off x="8435340" y="1605915"/>
            <a:ext cx="62865" cy="62865"/>
          </a:xfrm>
          <a:prstGeom prst="rect">
            <a:avLst/>
          </a:prstGeom>
          <a:solidFill>
            <a:srgbClr val="2378BD"/>
          </a:solidFill>
          <a:ln w="12700">
            <a:solidFill>
              <a:srgbClr val="2378BD"/>
            </a:solidFill>
            <a:prstDash val="solid"/>
          </a:ln>
        </p:spPr>
      </p:sp>
      <p:sp>
        <p:nvSpPr>
          <p:cNvPr id="244" name="Shape 241"/>
          <p:cNvSpPr/>
          <p:nvPr/>
        </p:nvSpPr>
        <p:spPr>
          <a:xfrm>
            <a:off x="8498205" y="1605915"/>
            <a:ext cx="62865" cy="62865"/>
          </a:xfrm>
          <a:prstGeom prst="rect">
            <a:avLst/>
          </a:prstGeom>
          <a:solidFill>
            <a:srgbClr val="2378BD"/>
          </a:solidFill>
          <a:ln w="12700">
            <a:solidFill>
              <a:srgbClr val="2378BD"/>
            </a:solidFill>
            <a:prstDash val="solid"/>
          </a:ln>
        </p:spPr>
      </p:sp>
      <p:sp>
        <p:nvSpPr>
          <p:cNvPr id="245" name="Shape 242"/>
          <p:cNvSpPr/>
          <p:nvPr/>
        </p:nvSpPr>
        <p:spPr>
          <a:xfrm>
            <a:off x="8561070" y="1605915"/>
            <a:ext cx="62865" cy="62865"/>
          </a:xfrm>
          <a:prstGeom prst="rect">
            <a:avLst/>
          </a:prstGeom>
          <a:solidFill>
            <a:srgbClr val="2378BD"/>
          </a:solidFill>
          <a:ln w="12700">
            <a:solidFill>
              <a:srgbClr val="2378BD"/>
            </a:solidFill>
            <a:prstDash val="solid"/>
          </a:ln>
        </p:spPr>
      </p:sp>
      <p:sp>
        <p:nvSpPr>
          <p:cNvPr id="246" name="Shape 243"/>
          <p:cNvSpPr/>
          <p:nvPr/>
        </p:nvSpPr>
        <p:spPr>
          <a:xfrm>
            <a:off x="8623935" y="1605915"/>
            <a:ext cx="62865" cy="62865"/>
          </a:xfrm>
          <a:prstGeom prst="rect">
            <a:avLst/>
          </a:prstGeom>
          <a:solidFill>
            <a:srgbClr val="2378BD"/>
          </a:solidFill>
          <a:ln w="12700">
            <a:solidFill>
              <a:srgbClr val="2378BD"/>
            </a:solidFill>
            <a:prstDash val="solid"/>
          </a:ln>
        </p:spPr>
      </p:sp>
      <p:sp>
        <p:nvSpPr>
          <p:cNvPr id="247" name="Shape 244"/>
          <p:cNvSpPr/>
          <p:nvPr/>
        </p:nvSpPr>
        <p:spPr>
          <a:xfrm>
            <a:off x="7680960" y="1668780"/>
            <a:ext cx="62865" cy="62865"/>
          </a:xfrm>
          <a:prstGeom prst="rect">
            <a:avLst/>
          </a:prstGeom>
          <a:solidFill>
            <a:srgbClr val="2378BD"/>
          </a:solidFill>
          <a:ln w="12700">
            <a:solidFill>
              <a:srgbClr val="2378BD"/>
            </a:solidFill>
            <a:prstDash val="solid"/>
          </a:ln>
        </p:spPr>
      </p:sp>
      <p:sp>
        <p:nvSpPr>
          <p:cNvPr id="248" name="Shape 245"/>
          <p:cNvSpPr/>
          <p:nvPr/>
        </p:nvSpPr>
        <p:spPr>
          <a:xfrm>
            <a:off x="7743825" y="1668780"/>
            <a:ext cx="62865" cy="62865"/>
          </a:xfrm>
          <a:prstGeom prst="rect">
            <a:avLst/>
          </a:prstGeom>
          <a:solidFill>
            <a:srgbClr val="2378BD"/>
          </a:solidFill>
          <a:ln w="12700">
            <a:solidFill>
              <a:srgbClr val="2378BD"/>
            </a:solidFill>
            <a:prstDash val="solid"/>
          </a:ln>
        </p:spPr>
      </p:sp>
      <p:sp>
        <p:nvSpPr>
          <p:cNvPr id="249" name="Shape 246"/>
          <p:cNvSpPr/>
          <p:nvPr/>
        </p:nvSpPr>
        <p:spPr>
          <a:xfrm>
            <a:off x="7806690" y="1668780"/>
            <a:ext cx="62865" cy="62865"/>
          </a:xfrm>
          <a:prstGeom prst="rect">
            <a:avLst/>
          </a:prstGeom>
          <a:solidFill>
            <a:srgbClr val="2378BD"/>
          </a:solidFill>
          <a:ln w="12700">
            <a:solidFill>
              <a:srgbClr val="2378BD"/>
            </a:solidFill>
            <a:prstDash val="solid"/>
          </a:ln>
        </p:spPr>
      </p:sp>
      <p:sp>
        <p:nvSpPr>
          <p:cNvPr id="250" name="Shape 247"/>
          <p:cNvSpPr/>
          <p:nvPr/>
        </p:nvSpPr>
        <p:spPr>
          <a:xfrm>
            <a:off x="7869555" y="1668780"/>
            <a:ext cx="62865" cy="62865"/>
          </a:xfrm>
          <a:prstGeom prst="rect">
            <a:avLst/>
          </a:prstGeom>
          <a:solidFill>
            <a:srgbClr val="2378BD"/>
          </a:solidFill>
          <a:ln w="12700">
            <a:solidFill>
              <a:srgbClr val="2378BD"/>
            </a:solidFill>
            <a:prstDash val="solid"/>
          </a:ln>
        </p:spPr>
      </p:sp>
      <p:sp>
        <p:nvSpPr>
          <p:cNvPr id="251" name="Shape 248"/>
          <p:cNvSpPr/>
          <p:nvPr/>
        </p:nvSpPr>
        <p:spPr>
          <a:xfrm>
            <a:off x="7932420" y="1668780"/>
            <a:ext cx="62865" cy="62865"/>
          </a:xfrm>
          <a:prstGeom prst="rect">
            <a:avLst/>
          </a:prstGeom>
          <a:solidFill>
            <a:srgbClr val="2378BD"/>
          </a:solidFill>
          <a:ln w="12700">
            <a:solidFill>
              <a:srgbClr val="2378BD"/>
            </a:solidFill>
            <a:prstDash val="solid"/>
          </a:ln>
        </p:spPr>
      </p:sp>
      <p:sp>
        <p:nvSpPr>
          <p:cNvPr id="252" name="Shape 249"/>
          <p:cNvSpPr/>
          <p:nvPr/>
        </p:nvSpPr>
        <p:spPr>
          <a:xfrm>
            <a:off x="7995285" y="1668780"/>
            <a:ext cx="62865" cy="62865"/>
          </a:xfrm>
          <a:prstGeom prst="rect">
            <a:avLst/>
          </a:prstGeom>
          <a:solidFill>
            <a:srgbClr val="2378BD"/>
          </a:solidFill>
          <a:ln w="12700">
            <a:solidFill>
              <a:srgbClr val="2378BD"/>
            </a:solidFill>
            <a:prstDash val="solid"/>
          </a:ln>
        </p:spPr>
      </p:sp>
      <p:sp>
        <p:nvSpPr>
          <p:cNvPr id="253" name="Shape 250"/>
          <p:cNvSpPr/>
          <p:nvPr/>
        </p:nvSpPr>
        <p:spPr>
          <a:xfrm>
            <a:off x="8058150" y="1668780"/>
            <a:ext cx="62865" cy="62865"/>
          </a:xfrm>
          <a:prstGeom prst="rect">
            <a:avLst/>
          </a:prstGeom>
          <a:solidFill>
            <a:srgbClr val="2378BD"/>
          </a:solidFill>
          <a:ln w="12700">
            <a:solidFill>
              <a:srgbClr val="2378BD"/>
            </a:solidFill>
            <a:prstDash val="solid"/>
          </a:ln>
        </p:spPr>
      </p:sp>
      <p:sp>
        <p:nvSpPr>
          <p:cNvPr id="254" name="Shape 251"/>
          <p:cNvSpPr/>
          <p:nvPr/>
        </p:nvSpPr>
        <p:spPr>
          <a:xfrm>
            <a:off x="8121015" y="1668780"/>
            <a:ext cx="62865" cy="62865"/>
          </a:xfrm>
          <a:prstGeom prst="rect">
            <a:avLst/>
          </a:prstGeom>
          <a:solidFill>
            <a:srgbClr val="2378BD"/>
          </a:solidFill>
          <a:ln w="12700">
            <a:solidFill>
              <a:srgbClr val="2378BD"/>
            </a:solidFill>
            <a:prstDash val="solid"/>
          </a:ln>
        </p:spPr>
      </p:sp>
      <p:sp>
        <p:nvSpPr>
          <p:cNvPr id="255" name="Shape 252"/>
          <p:cNvSpPr/>
          <p:nvPr/>
        </p:nvSpPr>
        <p:spPr>
          <a:xfrm>
            <a:off x="8183880" y="1668780"/>
            <a:ext cx="62865" cy="62865"/>
          </a:xfrm>
          <a:prstGeom prst="rect">
            <a:avLst/>
          </a:prstGeom>
          <a:solidFill>
            <a:srgbClr val="2378BD"/>
          </a:solidFill>
          <a:ln w="12700">
            <a:solidFill>
              <a:srgbClr val="2378BD"/>
            </a:solidFill>
            <a:prstDash val="solid"/>
          </a:ln>
        </p:spPr>
      </p:sp>
      <p:sp>
        <p:nvSpPr>
          <p:cNvPr id="256" name="Shape 253"/>
          <p:cNvSpPr/>
          <p:nvPr/>
        </p:nvSpPr>
        <p:spPr>
          <a:xfrm>
            <a:off x="8246745" y="1668780"/>
            <a:ext cx="62865" cy="62865"/>
          </a:xfrm>
          <a:prstGeom prst="rect">
            <a:avLst/>
          </a:prstGeom>
          <a:solidFill>
            <a:srgbClr val="2378BD"/>
          </a:solidFill>
          <a:ln w="12700">
            <a:solidFill>
              <a:srgbClr val="2378BD"/>
            </a:solidFill>
            <a:prstDash val="solid"/>
          </a:ln>
        </p:spPr>
      </p:sp>
      <p:sp>
        <p:nvSpPr>
          <p:cNvPr id="257" name="Shape 254"/>
          <p:cNvSpPr/>
          <p:nvPr/>
        </p:nvSpPr>
        <p:spPr>
          <a:xfrm>
            <a:off x="8309610" y="1668780"/>
            <a:ext cx="62865" cy="62865"/>
          </a:xfrm>
          <a:prstGeom prst="rect">
            <a:avLst/>
          </a:prstGeom>
          <a:solidFill>
            <a:srgbClr val="2378BD"/>
          </a:solidFill>
          <a:ln w="12700">
            <a:solidFill>
              <a:srgbClr val="2378BD"/>
            </a:solidFill>
            <a:prstDash val="solid"/>
          </a:ln>
        </p:spPr>
      </p:sp>
      <p:sp>
        <p:nvSpPr>
          <p:cNvPr id="258" name="Shape 255"/>
          <p:cNvSpPr/>
          <p:nvPr/>
        </p:nvSpPr>
        <p:spPr>
          <a:xfrm>
            <a:off x="8372475" y="1668780"/>
            <a:ext cx="62865" cy="62865"/>
          </a:xfrm>
          <a:prstGeom prst="rect">
            <a:avLst/>
          </a:prstGeom>
          <a:solidFill>
            <a:srgbClr val="2378BD"/>
          </a:solidFill>
          <a:ln w="12700">
            <a:solidFill>
              <a:srgbClr val="2378BD"/>
            </a:solidFill>
            <a:prstDash val="solid"/>
          </a:ln>
        </p:spPr>
      </p:sp>
      <p:sp>
        <p:nvSpPr>
          <p:cNvPr id="259" name="Shape 256"/>
          <p:cNvSpPr/>
          <p:nvPr/>
        </p:nvSpPr>
        <p:spPr>
          <a:xfrm>
            <a:off x="8435340" y="1668780"/>
            <a:ext cx="62865" cy="62865"/>
          </a:xfrm>
          <a:prstGeom prst="rect">
            <a:avLst/>
          </a:prstGeom>
          <a:solidFill>
            <a:srgbClr val="2378BD"/>
          </a:solidFill>
          <a:ln w="12700">
            <a:solidFill>
              <a:srgbClr val="2378BD"/>
            </a:solidFill>
            <a:prstDash val="solid"/>
          </a:ln>
        </p:spPr>
      </p:sp>
      <p:sp>
        <p:nvSpPr>
          <p:cNvPr id="260" name="Shape 257"/>
          <p:cNvSpPr/>
          <p:nvPr/>
        </p:nvSpPr>
        <p:spPr>
          <a:xfrm>
            <a:off x="8498205" y="1668780"/>
            <a:ext cx="62865" cy="62865"/>
          </a:xfrm>
          <a:prstGeom prst="rect">
            <a:avLst/>
          </a:prstGeom>
          <a:solidFill>
            <a:srgbClr val="2378BD"/>
          </a:solidFill>
          <a:ln w="12700">
            <a:solidFill>
              <a:srgbClr val="2378BD"/>
            </a:solidFill>
            <a:prstDash val="solid"/>
          </a:ln>
        </p:spPr>
      </p:sp>
      <p:sp>
        <p:nvSpPr>
          <p:cNvPr id="261" name="Shape 258"/>
          <p:cNvSpPr/>
          <p:nvPr/>
        </p:nvSpPr>
        <p:spPr>
          <a:xfrm>
            <a:off x="7743825" y="1731645"/>
            <a:ext cx="62865" cy="62865"/>
          </a:xfrm>
          <a:prstGeom prst="rect">
            <a:avLst/>
          </a:prstGeom>
          <a:solidFill>
            <a:srgbClr val="2378BD"/>
          </a:solidFill>
          <a:ln w="12700">
            <a:solidFill>
              <a:srgbClr val="2378BD"/>
            </a:solidFill>
            <a:prstDash val="solid"/>
          </a:ln>
        </p:spPr>
      </p:sp>
      <p:sp>
        <p:nvSpPr>
          <p:cNvPr id="262" name="Shape 259"/>
          <p:cNvSpPr/>
          <p:nvPr/>
        </p:nvSpPr>
        <p:spPr>
          <a:xfrm>
            <a:off x="7806690" y="1731645"/>
            <a:ext cx="62865" cy="62865"/>
          </a:xfrm>
          <a:prstGeom prst="rect">
            <a:avLst/>
          </a:prstGeom>
          <a:solidFill>
            <a:srgbClr val="2378BD"/>
          </a:solidFill>
          <a:ln w="12700">
            <a:solidFill>
              <a:srgbClr val="2378BD"/>
            </a:solidFill>
            <a:prstDash val="solid"/>
          </a:ln>
        </p:spPr>
      </p:sp>
      <p:sp>
        <p:nvSpPr>
          <p:cNvPr id="263" name="Shape 260"/>
          <p:cNvSpPr/>
          <p:nvPr/>
        </p:nvSpPr>
        <p:spPr>
          <a:xfrm>
            <a:off x="7869555" y="1731645"/>
            <a:ext cx="62865" cy="62865"/>
          </a:xfrm>
          <a:prstGeom prst="rect">
            <a:avLst/>
          </a:prstGeom>
          <a:solidFill>
            <a:srgbClr val="2378BD"/>
          </a:solidFill>
          <a:ln w="12700">
            <a:solidFill>
              <a:srgbClr val="2378BD"/>
            </a:solidFill>
            <a:prstDash val="solid"/>
          </a:ln>
        </p:spPr>
      </p:sp>
      <p:sp>
        <p:nvSpPr>
          <p:cNvPr id="264" name="Shape 261"/>
          <p:cNvSpPr/>
          <p:nvPr/>
        </p:nvSpPr>
        <p:spPr>
          <a:xfrm>
            <a:off x="7932420" y="1731645"/>
            <a:ext cx="62865" cy="62865"/>
          </a:xfrm>
          <a:prstGeom prst="rect">
            <a:avLst/>
          </a:prstGeom>
          <a:solidFill>
            <a:srgbClr val="2378BD"/>
          </a:solidFill>
          <a:ln w="12700">
            <a:solidFill>
              <a:srgbClr val="2378BD"/>
            </a:solidFill>
            <a:prstDash val="solid"/>
          </a:ln>
        </p:spPr>
      </p:sp>
      <p:sp>
        <p:nvSpPr>
          <p:cNvPr id="265" name="Shape 262"/>
          <p:cNvSpPr/>
          <p:nvPr/>
        </p:nvSpPr>
        <p:spPr>
          <a:xfrm>
            <a:off x="7995285" y="1731645"/>
            <a:ext cx="62865" cy="62865"/>
          </a:xfrm>
          <a:prstGeom prst="rect">
            <a:avLst/>
          </a:prstGeom>
          <a:solidFill>
            <a:srgbClr val="2378BD"/>
          </a:solidFill>
          <a:ln w="12700">
            <a:solidFill>
              <a:srgbClr val="2378BD"/>
            </a:solidFill>
            <a:prstDash val="solid"/>
          </a:ln>
        </p:spPr>
      </p:sp>
      <p:sp>
        <p:nvSpPr>
          <p:cNvPr id="266" name="Shape 263"/>
          <p:cNvSpPr/>
          <p:nvPr/>
        </p:nvSpPr>
        <p:spPr>
          <a:xfrm>
            <a:off x="8058150" y="1731645"/>
            <a:ext cx="62865" cy="62865"/>
          </a:xfrm>
          <a:prstGeom prst="rect">
            <a:avLst/>
          </a:prstGeom>
          <a:solidFill>
            <a:srgbClr val="2378BD"/>
          </a:solidFill>
          <a:ln w="12700">
            <a:solidFill>
              <a:srgbClr val="2378BD"/>
            </a:solidFill>
            <a:prstDash val="solid"/>
          </a:ln>
        </p:spPr>
      </p:sp>
      <p:sp>
        <p:nvSpPr>
          <p:cNvPr id="267" name="Shape 264"/>
          <p:cNvSpPr/>
          <p:nvPr/>
        </p:nvSpPr>
        <p:spPr>
          <a:xfrm>
            <a:off x="8121015" y="1731645"/>
            <a:ext cx="62865" cy="62865"/>
          </a:xfrm>
          <a:prstGeom prst="rect">
            <a:avLst/>
          </a:prstGeom>
          <a:solidFill>
            <a:srgbClr val="2378BD"/>
          </a:solidFill>
          <a:ln w="12700">
            <a:solidFill>
              <a:srgbClr val="2378BD"/>
            </a:solidFill>
            <a:prstDash val="solid"/>
          </a:ln>
        </p:spPr>
      </p:sp>
      <p:sp>
        <p:nvSpPr>
          <p:cNvPr id="268" name="Shape 265"/>
          <p:cNvSpPr/>
          <p:nvPr/>
        </p:nvSpPr>
        <p:spPr>
          <a:xfrm>
            <a:off x="8246745" y="1731645"/>
            <a:ext cx="62865" cy="62865"/>
          </a:xfrm>
          <a:prstGeom prst="rect">
            <a:avLst/>
          </a:prstGeom>
          <a:solidFill>
            <a:srgbClr val="2378BD"/>
          </a:solidFill>
          <a:ln w="12700">
            <a:solidFill>
              <a:srgbClr val="2378BD"/>
            </a:solidFill>
            <a:prstDash val="solid"/>
          </a:ln>
        </p:spPr>
      </p:sp>
      <p:sp>
        <p:nvSpPr>
          <p:cNvPr id="269" name="Shape 266"/>
          <p:cNvSpPr/>
          <p:nvPr/>
        </p:nvSpPr>
        <p:spPr>
          <a:xfrm>
            <a:off x="8372475" y="1731645"/>
            <a:ext cx="62865" cy="62865"/>
          </a:xfrm>
          <a:prstGeom prst="rect">
            <a:avLst/>
          </a:prstGeom>
          <a:solidFill>
            <a:srgbClr val="2378BD"/>
          </a:solidFill>
          <a:ln w="12700">
            <a:solidFill>
              <a:srgbClr val="2378BD"/>
            </a:solidFill>
            <a:prstDash val="solid"/>
          </a:ln>
        </p:spPr>
      </p:sp>
      <p:sp>
        <p:nvSpPr>
          <p:cNvPr id="270" name="Shape 267"/>
          <p:cNvSpPr/>
          <p:nvPr/>
        </p:nvSpPr>
        <p:spPr>
          <a:xfrm>
            <a:off x="8435340" y="1731645"/>
            <a:ext cx="62865" cy="62865"/>
          </a:xfrm>
          <a:prstGeom prst="rect">
            <a:avLst/>
          </a:prstGeom>
          <a:solidFill>
            <a:srgbClr val="2378BD"/>
          </a:solidFill>
          <a:ln w="12700">
            <a:solidFill>
              <a:srgbClr val="2378BD"/>
            </a:solidFill>
            <a:prstDash val="solid"/>
          </a:ln>
        </p:spPr>
      </p:sp>
      <p:sp>
        <p:nvSpPr>
          <p:cNvPr id="271" name="Shape 268"/>
          <p:cNvSpPr/>
          <p:nvPr/>
        </p:nvSpPr>
        <p:spPr>
          <a:xfrm>
            <a:off x="8498205" y="1731645"/>
            <a:ext cx="62865" cy="62865"/>
          </a:xfrm>
          <a:prstGeom prst="rect">
            <a:avLst/>
          </a:prstGeom>
          <a:solidFill>
            <a:srgbClr val="2378BD"/>
          </a:solidFill>
          <a:ln w="12700">
            <a:solidFill>
              <a:srgbClr val="2378BD"/>
            </a:solidFill>
            <a:prstDash val="solid"/>
          </a:ln>
        </p:spPr>
      </p:sp>
      <p:sp>
        <p:nvSpPr>
          <p:cNvPr id="272" name="Shape 269"/>
          <p:cNvSpPr/>
          <p:nvPr/>
        </p:nvSpPr>
        <p:spPr>
          <a:xfrm>
            <a:off x="7680960" y="1794510"/>
            <a:ext cx="62865" cy="62865"/>
          </a:xfrm>
          <a:prstGeom prst="rect">
            <a:avLst/>
          </a:prstGeom>
          <a:solidFill>
            <a:srgbClr val="6F6785"/>
          </a:solidFill>
          <a:ln w="12700">
            <a:solidFill>
              <a:srgbClr val="6F6785"/>
            </a:solidFill>
            <a:prstDash val="solid"/>
          </a:ln>
        </p:spPr>
      </p:sp>
      <p:sp>
        <p:nvSpPr>
          <p:cNvPr id="273" name="Shape 270"/>
          <p:cNvSpPr/>
          <p:nvPr/>
        </p:nvSpPr>
        <p:spPr>
          <a:xfrm>
            <a:off x="7806690" y="1794510"/>
            <a:ext cx="62865" cy="62865"/>
          </a:xfrm>
          <a:prstGeom prst="rect">
            <a:avLst/>
          </a:prstGeom>
          <a:solidFill>
            <a:srgbClr val="2378BD"/>
          </a:solidFill>
          <a:ln w="12700">
            <a:solidFill>
              <a:srgbClr val="2378BD"/>
            </a:solidFill>
            <a:prstDash val="solid"/>
          </a:ln>
        </p:spPr>
      </p:sp>
      <p:sp>
        <p:nvSpPr>
          <p:cNvPr id="274" name="Shape 271"/>
          <p:cNvSpPr/>
          <p:nvPr/>
        </p:nvSpPr>
        <p:spPr>
          <a:xfrm>
            <a:off x="7869555" y="1794510"/>
            <a:ext cx="62865" cy="62865"/>
          </a:xfrm>
          <a:prstGeom prst="rect">
            <a:avLst/>
          </a:prstGeom>
          <a:solidFill>
            <a:srgbClr val="2378BD"/>
          </a:solidFill>
          <a:ln w="12700">
            <a:solidFill>
              <a:srgbClr val="2378BD"/>
            </a:solidFill>
            <a:prstDash val="solid"/>
          </a:ln>
        </p:spPr>
      </p:sp>
      <p:sp>
        <p:nvSpPr>
          <p:cNvPr id="275" name="Shape 272"/>
          <p:cNvSpPr/>
          <p:nvPr/>
        </p:nvSpPr>
        <p:spPr>
          <a:xfrm>
            <a:off x="7932420" y="1794510"/>
            <a:ext cx="62865" cy="62865"/>
          </a:xfrm>
          <a:prstGeom prst="rect">
            <a:avLst/>
          </a:prstGeom>
          <a:solidFill>
            <a:srgbClr val="2378BD"/>
          </a:solidFill>
          <a:ln w="12700">
            <a:solidFill>
              <a:srgbClr val="2378BD"/>
            </a:solidFill>
            <a:prstDash val="solid"/>
          </a:ln>
        </p:spPr>
      </p:sp>
      <p:sp>
        <p:nvSpPr>
          <p:cNvPr id="276" name="Shape 273"/>
          <p:cNvSpPr/>
          <p:nvPr/>
        </p:nvSpPr>
        <p:spPr>
          <a:xfrm>
            <a:off x="7995285" y="1794510"/>
            <a:ext cx="62865" cy="62865"/>
          </a:xfrm>
          <a:prstGeom prst="rect">
            <a:avLst/>
          </a:prstGeom>
          <a:solidFill>
            <a:srgbClr val="2378BD"/>
          </a:solidFill>
          <a:ln w="12700">
            <a:solidFill>
              <a:srgbClr val="2378BD"/>
            </a:solidFill>
            <a:prstDash val="solid"/>
          </a:ln>
        </p:spPr>
      </p:sp>
      <p:sp>
        <p:nvSpPr>
          <p:cNvPr id="277" name="Shape 274"/>
          <p:cNvSpPr/>
          <p:nvPr/>
        </p:nvSpPr>
        <p:spPr>
          <a:xfrm>
            <a:off x="8058150" y="1794510"/>
            <a:ext cx="62865" cy="62865"/>
          </a:xfrm>
          <a:prstGeom prst="rect">
            <a:avLst/>
          </a:prstGeom>
          <a:solidFill>
            <a:srgbClr val="2378BD"/>
          </a:solidFill>
          <a:ln w="12700">
            <a:solidFill>
              <a:srgbClr val="2378BD"/>
            </a:solidFill>
            <a:prstDash val="solid"/>
          </a:ln>
        </p:spPr>
      </p:sp>
      <p:sp>
        <p:nvSpPr>
          <p:cNvPr id="278" name="Shape 275"/>
          <p:cNvSpPr/>
          <p:nvPr/>
        </p:nvSpPr>
        <p:spPr>
          <a:xfrm>
            <a:off x="8121015" y="1794510"/>
            <a:ext cx="62865" cy="62865"/>
          </a:xfrm>
          <a:prstGeom prst="rect">
            <a:avLst/>
          </a:prstGeom>
          <a:solidFill>
            <a:srgbClr val="2378BD"/>
          </a:solidFill>
          <a:ln w="12700">
            <a:solidFill>
              <a:srgbClr val="2378BD"/>
            </a:solidFill>
            <a:prstDash val="solid"/>
          </a:ln>
        </p:spPr>
      </p:sp>
      <p:sp>
        <p:nvSpPr>
          <p:cNvPr id="279" name="Shape 276"/>
          <p:cNvSpPr/>
          <p:nvPr/>
        </p:nvSpPr>
        <p:spPr>
          <a:xfrm>
            <a:off x="8183880" y="1794510"/>
            <a:ext cx="62865" cy="62865"/>
          </a:xfrm>
          <a:prstGeom prst="rect">
            <a:avLst/>
          </a:prstGeom>
          <a:solidFill>
            <a:srgbClr val="2378BD"/>
          </a:solidFill>
          <a:ln w="12700">
            <a:solidFill>
              <a:srgbClr val="2378BD"/>
            </a:solidFill>
            <a:prstDash val="solid"/>
          </a:ln>
        </p:spPr>
      </p:sp>
      <p:sp>
        <p:nvSpPr>
          <p:cNvPr id="280" name="Shape 277"/>
          <p:cNvSpPr/>
          <p:nvPr/>
        </p:nvSpPr>
        <p:spPr>
          <a:xfrm>
            <a:off x="8246745" y="1794510"/>
            <a:ext cx="62865" cy="62865"/>
          </a:xfrm>
          <a:prstGeom prst="rect">
            <a:avLst/>
          </a:prstGeom>
          <a:solidFill>
            <a:srgbClr val="2378BD"/>
          </a:solidFill>
          <a:ln w="12700">
            <a:solidFill>
              <a:srgbClr val="2378BD"/>
            </a:solidFill>
            <a:prstDash val="solid"/>
          </a:ln>
        </p:spPr>
      </p:sp>
      <p:sp>
        <p:nvSpPr>
          <p:cNvPr id="281" name="Shape 278"/>
          <p:cNvSpPr/>
          <p:nvPr/>
        </p:nvSpPr>
        <p:spPr>
          <a:xfrm>
            <a:off x="8309610" y="1794510"/>
            <a:ext cx="62865" cy="62865"/>
          </a:xfrm>
          <a:prstGeom prst="rect">
            <a:avLst/>
          </a:prstGeom>
          <a:solidFill>
            <a:srgbClr val="2378BD"/>
          </a:solidFill>
          <a:ln w="12700">
            <a:solidFill>
              <a:srgbClr val="2378BD"/>
            </a:solidFill>
            <a:prstDash val="solid"/>
          </a:ln>
        </p:spPr>
      </p:sp>
      <p:sp>
        <p:nvSpPr>
          <p:cNvPr id="282" name="Shape 279"/>
          <p:cNvSpPr/>
          <p:nvPr/>
        </p:nvSpPr>
        <p:spPr>
          <a:xfrm>
            <a:off x="8372475" y="1794510"/>
            <a:ext cx="62865" cy="62865"/>
          </a:xfrm>
          <a:prstGeom prst="rect">
            <a:avLst/>
          </a:prstGeom>
          <a:solidFill>
            <a:srgbClr val="2378BD"/>
          </a:solidFill>
          <a:ln w="12700">
            <a:solidFill>
              <a:srgbClr val="2378BD"/>
            </a:solidFill>
            <a:prstDash val="solid"/>
          </a:ln>
        </p:spPr>
      </p:sp>
      <p:sp>
        <p:nvSpPr>
          <p:cNvPr id="283" name="Shape 280"/>
          <p:cNvSpPr/>
          <p:nvPr/>
        </p:nvSpPr>
        <p:spPr>
          <a:xfrm>
            <a:off x="8435340" y="1794510"/>
            <a:ext cx="62865" cy="62865"/>
          </a:xfrm>
          <a:prstGeom prst="rect">
            <a:avLst/>
          </a:prstGeom>
          <a:solidFill>
            <a:srgbClr val="2378BD"/>
          </a:solidFill>
          <a:ln w="12700">
            <a:solidFill>
              <a:srgbClr val="2378BD"/>
            </a:solidFill>
            <a:prstDash val="solid"/>
          </a:ln>
        </p:spPr>
      </p:sp>
      <p:sp>
        <p:nvSpPr>
          <p:cNvPr id="284" name="Shape 281"/>
          <p:cNvSpPr/>
          <p:nvPr/>
        </p:nvSpPr>
        <p:spPr>
          <a:xfrm>
            <a:off x="7932420" y="1857375"/>
            <a:ext cx="62865" cy="62865"/>
          </a:xfrm>
          <a:prstGeom prst="rect">
            <a:avLst/>
          </a:prstGeom>
          <a:solidFill>
            <a:srgbClr val="2378BD"/>
          </a:solidFill>
          <a:ln w="12700">
            <a:solidFill>
              <a:srgbClr val="2378BD"/>
            </a:solidFill>
            <a:prstDash val="solid"/>
          </a:ln>
        </p:spPr>
      </p:sp>
      <p:sp>
        <p:nvSpPr>
          <p:cNvPr id="285" name="Shape 282"/>
          <p:cNvSpPr/>
          <p:nvPr/>
        </p:nvSpPr>
        <p:spPr>
          <a:xfrm>
            <a:off x="7995285" y="1857375"/>
            <a:ext cx="62865" cy="62865"/>
          </a:xfrm>
          <a:prstGeom prst="rect">
            <a:avLst/>
          </a:prstGeom>
          <a:solidFill>
            <a:srgbClr val="2378BD"/>
          </a:solidFill>
          <a:ln w="12700">
            <a:solidFill>
              <a:srgbClr val="2378BD"/>
            </a:solidFill>
            <a:prstDash val="solid"/>
          </a:ln>
        </p:spPr>
      </p:sp>
      <p:sp>
        <p:nvSpPr>
          <p:cNvPr id="286" name="Shape 283"/>
          <p:cNvSpPr/>
          <p:nvPr/>
        </p:nvSpPr>
        <p:spPr>
          <a:xfrm>
            <a:off x="8058150" y="1857375"/>
            <a:ext cx="62865" cy="62865"/>
          </a:xfrm>
          <a:prstGeom prst="rect">
            <a:avLst/>
          </a:prstGeom>
          <a:solidFill>
            <a:srgbClr val="2378BD"/>
          </a:solidFill>
          <a:ln w="12700">
            <a:solidFill>
              <a:srgbClr val="2378BD"/>
            </a:solidFill>
            <a:prstDash val="solid"/>
          </a:ln>
        </p:spPr>
      </p:sp>
      <p:sp>
        <p:nvSpPr>
          <p:cNvPr id="287" name="Shape 284"/>
          <p:cNvSpPr/>
          <p:nvPr/>
        </p:nvSpPr>
        <p:spPr>
          <a:xfrm>
            <a:off x="8121015" y="1857375"/>
            <a:ext cx="62865" cy="62865"/>
          </a:xfrm>
          <a:prstGeom prst="rect">
            <a:avLst/>
          </a:prstGeom>
          <a:solidFill>
            <a:srgbClr val="2378BD"/>
          </a:solidFill>
          <a:ln w="12700">
            <a:solidFill>
              <a:srgbClr val="2378BD"/>
            </a:solidFill>
            <a:prstDash val="solid"/>
          </a:ln>
        </p:spPr>
      </p:sp>
      <p:sp>
        <p:nvSpPr>
          <p:cNvPr id="288" name="Shape 285"/>
          <p:cNvSpPr/>
          <p:nvPr/>
        </p:nvSpPr>
        <p:spPr>
          <a:xfrm>
            <a:off x="8183880" y="1857375"/>
            <a:ext cx="62865" cy="62865"/>
          </a:xfrm>
          <a:prstGeom prst="rect">
            <a:avLst/>
          </a:prstGeom>
          <a:solidFill>
            <a:srgbClr val="2378BD"/>
          </a:solidFill>
          <a:ln w="12700">
            <a:solidFill>
              <a:srgbClr val="2378BD"/>
            </a:solidFill>
            <a:prstDash val="solid"/>
          </a:ln>
        </p:spPr>
      </p:sp>
      <p:sp>
        <p:nvSpPr>
          <p:cNvPr id="289" name="Shape 286"/>
          <p:cNvSpPr/>
          <p:nvPr/>
        </p:nvSpPr>
        <p:spPr>
          <a:xfrm>
            <a:off x="8246745" y="1857375"/>
            <a:ext cx="62865" cy="62865"/>
          </a:xfrm>
          <a:prstGeom prst="rect">
            <a:avLst/>
          </a:prstGeom>
          <a:solidFill>
            <a:srgbClr val="2378BD"/>
          </a:solidFill>
          <a:ln w="12700">
            <a:solidFill>
              <a:srgbClr val="2378BD"/>
            </a:solidFill>
            <a:prstDash val="solid"/>
          </a:ln>
        </p:spPr>
      </p:sp>
      <p:sp>
        <p:nvSpPr>
          <p:cNvPr id="290" name="Shape 287"/>
          <p:cNvSpPr/>
          <p:nvPr/>
        </p:nvSpPr>
        <p:spPr>
          <a:xfrm>
            <a:off x="8309610" y="1857375"/>
            <a:ext cx="62865" cy="62865"/>
          </a:xfrm>
          <a:prstGeom prst="rect">
            <a:avLst/>
          </a:prstGeom>
          <a:solidFill>
            <a:srgbClr val="2378BD"/>
          </a:solidFill>
          <a:ln w="12700">
            <a:solidFill>
              <a:srgbClr val="2378BD"/>
            </a:solidFill>
            <a:prstDash val="solid"/>
          </a:ln>
        </p:spPr>
      </p:sp>
      <p:sp>
        <p:nvSpPr>
          <p:cNvPr id="291" name="Shape 288"/>
          <p:cNvSpPr/>
          <p:nvPr/>
        </p:nvSpPr>
        <p:spPr>
          <a:xfrm>
            <a:off x="8372475" y="1857375"/>
            <a:ext cx="62865" cy="62865"/>
          </a:xfrm>
          <a:prstGeom prst="rect">
            <a:avLst/>
          </a:prstGeom>
          <a:solidFill>
            <a:srgbClr val="2378BD"/>
          </a:solidFill>
          <a:ln w="12700">
            <a:solidFill>
              <a:srgbClr val="2378BD"/>
            </a:solidFill>
            <a:prstDash val="solid"/>
          </a:ln>
        </p:spPr>
      </p:sp>
      <p:sp>
        <p:nvSpPr>
          <p:cNvPr id="292" name="Text 289"/>
          <p:cNvSpPr/>
          <p:nvPr/>
        </p:nvSpPr>
        <p:spPr>
          <a:xfrm>
            <a:off x="6400800" y="2286000"/>
            <a:ext cx="2286000" cy="822960"/>
          </a:xfrm>
          <a:prstGeom prst="wedgeRoundRectCallout">
            <a:avLst/>
          </a:prstGeom>
          <a:solidFill>
            <a:srgbClr val="3BA7F5"/>
          </a:solidFill>
          <a:ln w="19050">
            <a:solidFill>
              <a:srgbClr val="2378BD"/>
            </a:solidFill>
          </a:ln>
        </p:spPr>
        <p:txBody>
          <a:bodyPr wrap="square" rtlCol="0" anchor="ctr"/>
          <a:lstStyle/>
          <a:p>
            <a:pPr algn="ctr" indent="0" marL="0">
              <a:buNone/>
            </a:pPr>
            <a:r>
              <a:rPr lang="en-US" sz="1600" b="1" dirty="0">
                <a:solidFill>
                  <a:srgbClr val="FFFFFF"/>
                </a:solidFill>
                <a:latin typeface="Segoe UI Black" pitchFamily="34" charset="0"/>
                <a:ea typeface="Segoe UI Black" pitchFamily="34" charset="-122"/>
                <a:cs typeface="Segoe UI Black" pitchFamily="34" charset="-120"/>
              </a:rPr>
              <a:t>Ask it anything.</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Same machines, different pencils.</a:t>
            </a:r>
            <a:endParaRPr lang="en-US" sz="3400" dirty="0"/>
          </a:p>
        </p:txBody>
      </p:sp>
      <p:sp>
        <p:nvSpPr>
          <p:cNvPr id="4" name="Text 1"/>
          <p:cNvSpPr/>
          <p:nvPr/>
        </p:nvSpPr>
        <p:spPr>
          <a:xfrm>
            <a:off x="457200" y="1051560"/>
            <a:ext cx="8229600" cy="457200"/>
          </a:xfrm>
          <a:prstGeom prst="rect">
            <a:avLst/>
          </a:prstGeom>
          <a:noFill/>
          <a:ln/>
        </p:spPr>
        <p:txBody>
          <a:bodyPr wrap="square" rtlCol="0" anchor="t"/>
          <a:lstStyle/>
          <a:p>
            <a:pPr indent="0" marL="0">
              <a:buNone/>
            </a:pPr>
            <a:r>
              <a:rPr lang="en-US" sz="1600" dirty="0">
                <a:solidFill>
                  <a:srgbClr val="6F6785"/>
                </a:solidFill>
                <a:latin typeface="Calibri" pitchFamily="34" charset="0"/>
                <a:ea typeface="Calibri" pitchFamily="34" charset="-122"/>
                <a:cs typeface="Calibri" pitchFamily="34" charset="-120"/>
              </a:rPr>
              <a:t>What do you remember?</a:t>
            </a:r>
            <a:endParaRPr lang="en-US" sz="1600" dirty="0"/>
          </a:p>
        </p:txBody>
      </p:sp>
      <p:pic>
        <p:nvPicPr>
          <p:cNvPr id="5" name="Image 0" descr="slides/img/tournament-projector-r1.png">    </p:cNvPr>
          <p:cNvPicPr>
            <a:picLocks noChangeAspect="1"/>
          </p:cNvPicPr>
          <p:nvPr/>
        </p:nvPicPr>
        <p:blipFill>
          <a:blip r:embed="rId1"/>
          <a:srcRect l="0" r="0" t="0" b="0"/>
          <a:stretch/>
        </p:blipFill>
        <p:spPr>
          <a:xfrm>
            <a:off x="2231136" y="1554480"/>
            <a:ext cx="4681728" cy="2926080"/>
          </a:xfrm>
          <a:prstGeom prst="rect">
            <a:avLst/>
          </a:prstGeom>
        </p:spPr>
      </p:pic>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The briefing.</a:t>
            </a:r>
            <a:endParaRPr lang="en-US" sz="3400" dirty="0"/>
          </a:p>
        </p:txBody>
      </p:sp>
      <p:sp>
        <p:nvSpPr>
          <p:cNvPr id="4" name="Shape 1"/>
          <p:cNvSpPr/>
          <p:nvPr/>
        </p:nvSpPr>
        <p:spPr>
          <a:xfrm>
            <a:off x="457200" y="1298448"/>
            <a:ext cx="4846320" cy="3108960"/>
          </a:xfrm>
          <a:prstGeom prst="roundRect">
            <a:avLst>
              <a:gd name="adj" fmla="val 5294"/>
            </a:avLst>
          </a:prstGeom>
          <a:solidFill>
            <a:srgbClr val="F0E4D0"/>
          </a:solidFill>
          <a:ln w="12700">
            <a:solidFill>
              <a:srgbClr val="F0E4D0"/>
            </a:solidFill>
            <a:prstDash val="solid"/>
          </a:ln>
        </p:spPr>
      </p:sp>
      <p:sp>
        <p:nvSpPr>
          <p:cNvPr id="5" name="Shape 2"/>
          <p:cNvSpPr/>
          <p:nvPr/>
        </p:nvSpPr>
        <p:spPr>
          <a:xfrm>
            <a:off x="457200" y="1234440"/>
            <a:ext cx="4846320" cy="3108960"/>
          </a:xfrm>
          <a:prstGeom prst="roundRect">
            <a:avLst>
              <a:gd name="adj" fmla="val 5294"/>
            </a:avLst>
          </a:prstGeom>
          <a:solidFill>
            <a:srgbClr val="FFFFFF"/>
          </a:solidFill>
          <a:ln w="12700">
            <a:solidFill>
              <a:srgbClr val="FFFFFF"/>
            </a:solidFill>
            <a:prstDash val="solid"/>
          </a:ln>
        </p:spPr>
      </p:sp>
      <p:sp>
        <p:nvSpPr>
          <p:cNvPr id="6" name="Text 3"/>
          <p:cNvSpPr/>
          <p:nvPr/>
        </p:nvSpPr>
        <p:spPr>
          <a:xfrm>
            <a:off x="731520" y="1463040"/>
            <a:ext cx="4297680" cy="2743200"/>
          </a:xfrm>
          <a:prstGeom prst="rect">
            <a:avLst/>
          </a:prstGeom>
          <a:noFill/>
          <a:ln/>
        </p:spPr>
        <p:txBody>
          <a:bodyPr wrap="square" rtlCol="0" anchor="t"/>
          <a:lstStyle/>
          <a:p>
            <a:pPr indent="0" marL="0">
              <a:spcAft>
                <a:spcPts val="600"/>
              </a:spcAft>
              <a:buNone/>
            </a:pPr>
            <a:r>
              <a:rPr lang="en-US" sz="2000" dirty="0">
                <a:solidFill>
                  <a:srgbClr val="2A2140"/>
                </a:solidFill>
                <a:latin typeface="Calibri" pitchFamily="34" charset="0"/>
                <a:ea typeface="Calibri" pitchFamily="34" charset="-122"/>
                <a:cs typeface="Calibri" pitchFamily="34" charset="-120"/>
              </a:rPr>
              <a:t>“There is a bot on your phone. It has read exactly one thing in its life. Ask it anything. Tag the topic, read the answer, then tell me: right, wrong, or nonsense. Be honest — this is a report on it, not a vote for it.”</a:t>
            </a:r>
            <a:endParaRPr lang="en-US" sz="2000" dirty="0"/>
          </a:p>
        </p:txBody>
      </p:sp>
      <p:sp>
        <p:nvSpPr>
          <p:cNvPr id="7" name="Shape 4"/>
          <p:cNvSpPr/>
          <p:nvPr/>
        </p:nvSpPr>
        <p:spPr>
          <a:xfrm>
            <a:off x="5577840" y="1298448"/>
            <a:ext cx="3108960" cy="1783080"/>
          </a:xfrm>
          <a:prstGeom prst="roundRect">
            <a:avLst>
              <a:gd name="adj" fmla="val 9231"/>
            </a:avLst>
          </a:prstGeom>
          <a:solidFill>
            <a:srgbClr val="F0E4D0"/>
          </a:solidFill>
          <a:ln w="12700">
            <a:solidFill>
              <a:srgbClr val="F0E4D0"/>
            </a:solidFill>
            <a:prstDash val="solid"/>
          </a:ln>
        </p:spPr>
      </p:sp>
      <p:sp>
        <p:nvSpPr>
          <p:cNvPr id="8" name="Shape 5"/>
          <p:cNvSpPr/>
          <p:nvPr/>
        </p:nvSpPr>
        <p:spPr>
          <a:xfrm>
            <a:off x="5577840" y="1234440"/>
            <a:ext cx="3108960" cy="1783080"/>
          </a:xfrm>
          <a:prstGeom prst="roundRect">
            <a:avLst>
              <a:gd name="adj" fmla="val 9231"/>
            </a:avLst>
          </a:prstGeom>
          <a:solidFill>
            <a:srgbClr val="FFF1DC"/>
          </a:solidFill>
          <a:ln w="12700">
            <a:solidFill>
              <a:srgbClr val="FFF1DC"/>
            </a:solidFill>
            <a:prstDash val="solid"/>
          </a:ln>
        </p:spPr>
      </p:sp>
      <p:sp>
        <p:nvSpPr>
          <p:cNvPr id="9" name="Text 6"/>
          <p:cNvSpPr/>
          <p:nvPr/>
        </p:nvSpPr>
        <p:spPr>
          <a:xfrm>
            <a:off x="5760720" y="1325880"/>
            <a:ext cx="2743200" cy="274320"/>
          </a:xfrm>
          <a:prstGeom prst="rect">
            <a:avLst/>
          </a:prstGeom>
          <a:noFill/>
          <a:ln/>
        </p:spPr>
        <p:txBody>
          <a:bodyPr wrap="square" rtlCol="0" anchor="ctr"/>
          <a:lstStyle/>
          <a:p>
            <a:pPr indent="0" marL="0">
              <a:buNone/>
            </a:pPr>
            <a:r>
              <a:rPr lang="en-US" sz="1000" b="1" spc="100" kern="0" dirty="0">
                <a:solidFill>
                  <a:srgbClr val="D9651F"/>
                </a:solidFill>
                <a:latin typeface="Calibri" pitchFamily="34" charset="0"/>
                <a:ea typeface="Calibri" pitchFamily="34" charset="-122"/>
                <a:cs typeface="Calibri" pitchFamily="34" charset="-120"/>
              </a:rPr>
              <a:t>YOUR MISSION</a:t>
            </a:r>
            <a:endParaRPr lang="en-US" sz="1000" dirty="0"/>
          </a:p>
        </p:txBody>
      </p:sp>
      <p:sp>
        <p:nvSpPr>
          <p:cNvPr id="10" name="Text 7"/>
          <p:cNvSpPr/>
          <p:nvPr/>
        </p:nvSpPr>
        <p:spPr>
          <a:xfrm>
            <a:off x="5760720" y="1600200"/>
            <a:ext cx="2743200" cy="1371600"/>
          </a:xfrm>
          <a:prstGeom prst="rect">
            <a:avLst/>
          </a:prstGeom>
          <a:noFill/>
          <a:ln/>
        </p:spPr>
        <p:txBody>
          <a:bodyPr wrap="square" rtlCol="0" anchor="t"/>
          <a:lstStyle/>
          <a:p>
            <a:pPr indent="0" marL="0">
              <a:spcAft>
                <a:spcPts val="600"/>
              </a:spcAft>
              <a:buNone/>
            </a:pPr>
            <a:r>
              <a:rPr lang="en-US" sz="1450" dirty="0">
                <a:solidFill>
                  <a:srgbClr val="2A2140"/>
                </a:solidFill>
                <a:latin typeface="Calibri" pitchFamily="34" charset="0"/>
                <a:ea typeface="Calibri" pitchFamily="34" charset="-122"/>
                <a:cs typeface="Calibri" pitchFamily="34" charset="-120"/>
              </a:rPr>
              <a:t>Find one answer it gets right, one it gets wrong, and one that is pure nonsense. Then try to trick it.</a:t>
            </a:r>
            <a:endParaRPr lang="en-US" sz="1450" dirty="0"/>
          </a:p>
        </p:txBody>
      </p:sp>
      <p:sp>
        <p:nvSpPr>
          <p:cNvPr id="11" name="Text 8"/>
          <p:cNvSpPr/>
          <p:nvPr/>
        </p:nvSpPr>
        <p:spPr>
          <a:xfrm>
            <a:off x="5577840" y="3154680"/>
            <a:ext cx="3108960" cy="384048"/>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300" b="1" dirty="0">
                <a:solidFill>
                  <a:srgbClr val="2A2140"/>
                </a:solidFill>
                <a:latin typeface="Calibri" pitchFamily="34" charset="0"/>
                <a:ea typeface="Calibri" pitchFamily="34" charset="-122"/>
                <a:cs typeface="Calibri" pitchFamily="34" charset="-120"/>
              </a:rPr>
              <a:t>👍 Right</a:t>
            </a:r>
            <a:endParaRPr lang="en-US" sz="1300" dirty="0"/>
          </a:p>
        </p:txBody>
      </p:sp>
      <p:sp>
        <p:nvSpPr>
          <p:cNvPr id="12" name="Text 9"/>
          <p:cNvSpPr/>
          <p:nvPr/>
        </p:nvSpPr>
        <p:spPr>
          <a:xfrm>
            <a:off x="5577840" y="3630168"/>
            <a:ext cx="3108960" cy="384048"/>
          </a:xfrm>
          <a:prstGeom prst="roundRect">
            <a:avLst>
              <a:gd name="adj" fmla="val 50000"/>
            </a:avLst>
          </a:prstGeom>
          <a:solidFill>
            <a:srgbClr val="FFFFFF"/>
          </a:solidFill>
          <a:ln>
            <a:solidFill>
              <a:srgbClr val="FFFFFF"/>
            </a:solidFill>
          </a:ln>
        </p:spPr>
        <p:txBody>
          <a:bodyPr wrap="square" rtlCol="0" anchor="ctr"/>
          <a:lstStyle/>
          <a:p>
            <a:pPr algn="ctr" indent="0" marL="0">
              <a:buNone/>
            </a:pPr>
            <a:r>
              <a:rPr lang="en-US" sz="1300" b="1" dirty="0">
                <a:solidFill>
                  <a:srgbClr val="2A2140"/>
                </a:solidFill>
                <a:latin typeface="Calibri" pitchFamily="34" charset="0"/>
                <a:ea typeface="Calibri" pitchFamily="34" charset="-122"/>
                <a:cs typeface="Calibri" pitchFamily="34" charset="-120"/>
              </a:rPr>
              <a:t>👎 Wrong</a:t>
            </a:r>
            <a:endParaRPr lang="en-US" sz="1300" dirty="0"/>
          </a:p>
        </p:txBody>
      </p:sp>
      <p:sp>
        <p:nvSpPr>
          <p:cNvPr id="13" name="Text 10"/>
          <p:cNvSpPr/>
          <p:nvPr/>
        </p:nvSpPr>
        <p:spPr>
          <a:xfrm>
            <a:off x="5577840" y="4105656"/>
            <a:ext cx="3108960" cy="384048"/>
          </a:xfrm>
          <a:prstGeom prst="roundRect">
            <a:avLst>
              <a:gd name="adj" fmla="val 50000"/>
            </a:avLst>
          </a:prstGeom>
          <a:solidFill>
            <a:srgbClr val="FFFFFF"/>
          </a:solidFill>
          <a:ln>
            <a:solidFill>
              <a:srgbClr val="FFFFFF"/>
            </a:solidFill>
          </a:ln>
        </p:spPr>
        <p:txBody>
          <a:bodyPr wrap="square" rtlCol="0" anchor="ctr"/>
          <a:lstStyle/>
          <a:p>
            <a:pPr algn="ctr" indent="0" marL="0">
              <a:buNone/>
            </a:pPr>
            <a:r>
              <a:rPr lang="en-US" sz="1300" b="1" dirty="0">
                <a:solidFill>
                  <a:srgbClr val="2A2140"/>
                </a:solidFill>
                <a:latin typeface="Calibri" pitchFamily="34" charset="0"/>
                <a:ea typeface="Calibri" pitchFamily="34" charset="-122"/>
                <a:cs typeface="Calibri" pitchFamily="34" charset="-120"/>
              </a:rPr>
              <a:t>🤪 Nonsense</a:t>
            </a:r>
            <a:endParaRPr lang="en-US" sz="13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Join now.</a:t>
            </a:r>
            <a:endParaRPr lang="en-US" sz="3400" dirty="0"/>
          </a:p>
        </p:txBody>
      </p:sp>
      <p:sp>
        <p:nvSpPr>
          <p:cNvPr id="4" name="Shape 1"/>
          <p:cNvSpPr/>
          <p:nvPr/>
        </p:nvSpPr>
        <p:spPr>
          <a:xfrm>
            <a:off x="457200" y="1344168"/>
            <a:ext cx="5029200" cy="2240280"/>
          </a:xfrm>
          <a:prstGeom prst="roundRect">
            <a:avLst>
              <a:gd name="adj" fmla="val 7347"/>
            </a:avLst>
          </a:prstGeom>
          <a:solidFill>
            <a:srgbClr val="F0E4D0"/>
          </a:solidFill>
          <a:ln w="12700">
            <a:solidFill>
              <a:srgbClr val="F0E4D0"/>
            </a:solidFill>
            <a:prstDash val="solid"/>
          </a:ln>
        </p:spPr>
      </p:sp>
      <p:sp>
        <p:nvSpPr>
          <p:cNvPr id="5" name="Shape 2"/>
          <p:cNvSpPr/>
          <p:nvPr/>
        </p:nvSpPr>
        <p:spPr>
          <a:xfrm>
            <a:off x="457200" y="1280160"/>
            <a:ext cx="5029200" cy="2240280"/>
          </a:xfrm>
          <a:prstGeom prst="roundRect">
            <a:avLst>
              <a:gd name="adj" fmla="val 7347"/>
            </a:avLst>
          </a:prstGeom>
          <a:solidFill>
            <a:srgbClr val="FFFFFF"/>
          </a:solidFill>
          <a:ln w="12700">
            <a:solidFill>
              <a:srgbClr val="FFFFFF"/>
            </a:solidFill>
            <a:prstDash val="solid"/>
          </a:ln>
        </p:spPr>
      </p:sp>
      <p:sp>
        <p:nvSpPr>
          <p:cNvPr id="6" name="Text 3"/>
          <p:cNvSpPr/>
          <p:nvPr/>
        </p:nvSpPr>
        <p:spPr>
          <a:xfrm>
            <a:off x="457200" y="1444752"/>
            <a:ext cx="5029200" cy="548640"/>
          </a:xfrm>
          <a:prstGeom prst="rect">
            <a:avLst/>
          </a:prstGeom>
          <a:noFill/>
          <a:ln/>
        </p:spPr>
        <p:txBody>
          <a:bodyPr wrap="square" rtlCol="0" anchor="ctr"/>
          <a:lstStyle/>
          <a:p>
            <a:pPr algn="ctr" indent="0" marL="0">
              <a:buNone/>
            </a:pPr>
            <a:r>
              <a:rPr lang="en-US" sz="2000" b="1" dirty="0">
                <a:solidFill>
                  <a:srgbClr val="2378BD"/>
                </a:solidFill>
                <a:latin typeface="Calibri" pitchFamily="34" charset="0"/>
                <a:ea typeface="Calibri" pitchFamily="34" charset="-122"/>
                <a:cs typeface="Calibri" pitchFamily="34" charset="-120"/>
              </a:rPr>
              <a:t>mehdy922.github.io/neural-lab</a:t>
            </a:r>
            <a:endParaRPr lang="en-US" sz="2000" dirty="0"/>
          </a:p>
        </p:txBody>
      </p:sp>
      <p:sp>
        <p:nvSpPr>
          <p:cNvPr id="7" name="Text 4"/>
          <p:cNvSpPr/>
          <p:nvPr/>
        </p:nvSpPr>
        <p:spPr>
          <a:xfrm>
            <a:off x="457200" y="2011680"/>
            <a:ext cx="5029200" cy="365760"/>
          </a:xfrm>
          <a:prstGeom prst="rect">
            <a:avLst/>
          </a:prstGeom>
          <a:noFill/>
          <a:ln/>
        </p:spPr>
        <p:txBody>
          <a:bodyPr wrap="square" rtlCol="0" anchor="ctr"/>
          <a:lstStyle/>
          <a:p>
            <a:pPr algn="ctr" indent="0" marL="0">
              <a:buNone/>
            </a:pPr>
            <a:r>
              <a:rPr lang="en-US" sz="1200" b="1" dirty="0">
                <a:solidFill>
                  <a:srgbClr val="6F6785"/>
                </a:solidFill>
                <a:latin typeface="Calibri" pitchFamily="34" charset="0"/>
                <a:ea typeface="Calibri" pitchFamily="34" charset="-122"/>
                <a:cs typeface="Calibri" pitchFamily="34" charset="-120"/>
              </a:rPr>
              <a:t>ROOM CODE</a:t>
            </a:r>
            <a:endParaRPr lang="en-US" sz="1200" dirty="0"/>
          </a:p>
        </p:txBody>
      </p:sp>
      <p:sp>
        <p:nvSpPr>
          <p:cNvPr id="8" name="Text 5"/>
          <p:cNvSpPr/>
          <p:nvPr/>
        </p:nvSpPr>
        <p:spPr>
          <a:xfrm>
            <a:off x="457200" y="2377440"/>
            <a:ext cx="5029200" cy="914400"/>
          </a:xfrm>
          <a:prstGeom prst="rect">
            <a:avLst/>
          </a:prstGeom>
          <a:noFill/>
          <a:ln/>
        </p:spPr>
        <p:txBody>
          <a:bodyPr wrap="square" rtlCol="0" anchor="ctr"/>
          <a:lstStyle/>
          <a:p>
            <a:pPr algn="ctr" indent="0" marL="0">
              <a:buNone/>
            </a:pPr>
            <a:r>
              <a:rPr lang="en-US" sz="2800" b="1" dirty="0">
                <a:solidFill>
                  <a:srgbClr val="2A2140"/>
                </a:solidFill>
                <a:latin typeface="Segoe UI Black" pitchFamily="34" charset="0"/>
                <a:ea typeface="Segoe UI Black" pitchFamily="34" charset="-122"/>
                <a:cs typeface="Segoe UI Black" pitchFamily="34" charset="-120"/>
              </a:rPr>
              <a:t>— on the projector —</a:t>
            </a:r>
            <a:endParaRPr lang="en-US" sz="2800" dirty="0"/>
          </a:p>
        </p:txBody>
      </p:sp>
      <p:pic>
        <p:nvPicPr>
          <p:cNvPr id="9" name="Image 0" descr="slides/img/a2-lobby.png">    </p:cNvPr>
          <p:cNvPicPr>
            <a:picLocks noChangeAspect="1"/>
          </p:cNvPicPr>
          <p:nvPr/>
        </p:nvPicPr>
        <p:blipFill>
          <a:blip r:embed="rId1"/>
          <a:srcRect l="0" r="0" t="0" b="0"/>
          <a:stretch/>
        </p:blipFill>
        <p:spPr>
          <a:xfrm>
            <a:off x="5669280" y="1280160"/>
            <a:ext cx="3017520" cy="1885950"/>
          </a:xfrm>
          <a:prstGeom prst="rect">
            <a:avLst/>
          </a:prstGeom>
        </p:spPr>
      </p:pic>
      <p:sp>
        <p:nvSpPr>
          <p:cNvPr id="10" name="Text 6"/>
          <p:cNvSpPr/>
          <p:nvPr/>
        </p:nvSpPr>
        <p:spPr>
          <a:xfrm>
            <a:off x="5669280" y="3239262"/>
            <a:ext cx="3017520" cy="274320"/>
          </a:xfrm>
          <a:prstGeom prst="rect">
            <a:avLst/>
          </a:prstGeom>
          <a:noFill/>
          <a:ln/>
        </p:spPr>
        <p:txBody>
          <a:bodyPr wrap="square" rtlCol="0" anchor="t"/>
          <a:lstStyle/>
          <a:p>
            <a:pPr algn="ctr" indent="0" marL="0">
              <a:spcAft>
                <a:spcPts val="600"/>
              </a:spcAft>
              <a:buNone/>
            </a:pPr>
            <a:r>
              <a:rPr lang="en-US" sz="1100" dirty="0">
                <a:solidFill>
                  <a:srgbClr val="6F6785"/>
                </a:solidFill>
                <a:latin typeface="Calibri" pitchFamily="34" charset="0"/>
                <a:ea typeface="Calibri" pitchFamily="34" charset="-122"/>
                <a:cs typeface="Calibri" pitchFamily="34" charset="-120"/>
              </a:rPr>
              <a:t>the Lobby's team list, as students see it</a:t>
            </a:r>
            <a:endParaRPr lang="en-US" sz="1100" dirty="0"/>
          </a:p>
        </p:txBody>
      </p:sp>
      <p:sp>
        <p:nvSpPr>
          <p:cNvPr id="11" name="Text 7"/>
          <p:cNvSpPr/>
          <p:nvPr/>
        </p:nvSpPr>
        <p:spPr>
          <a:xfrm>
            <a:off x="457200" y="3703320"/>
            <a:ext cx="8229600" cy="822960"/>
          </a:xfrm>
          <a:prstGeom prst="rect">
            <a:avLst/>
          </a:prstGeom>
          <a:noFill/>
          <a:ln/>
        </p:spPr>
        <p:txBody>
          <a:bodyPr wrap="square" rtlCol="0" anchor="t"/>
          <a:lstStyle/>
          <a:p>
            <a:pPr algn="ctr" indent="0" marL="0">
              <a:buNone/>
            </a:pPr>
            <a:r>
              <a:rPr lang="en-US" sz="1400" dirty="0">
                <a:solidFill>
                  <a:srgbClr val="6F6785"/>
                </a:solidFill>
                <a:latin typeface="Calibri" pitchFamily="34" charset="0"/>
                <a:ea typeface="Calibri" pitchFamily="34" charset="-122"/>
                <a:cs typeface="Calibri" pitchFamily="34" charset="-120"/>
              </a:rPr>
              <a:t>Scan the QR, or open the link → </a:t>
            </a:r>
            <a:pPr algn="ctr" indent="0" marL="0">
              <a:buNone/>
            </a:pPr>
            <a:r>
              <a:rPr lang="en-US" sz="1400" b="1" dirty="0">
                <a:solidFill>
                  <a:srgbClr val="6F6785"/>
                </a:solidFill>
                <a:latin typeface="Calibri" pitchFamily="34" charset="0"/>
                <a:ea typeface="Calibri" pitchFamily="34" charset="-122"/>
                <a:cs typeface="Calibri" pitchFamily="34" charset="-120"/>
              </a:rPr>
              <a:t>Activity 2 · Talk to the machine</a:t>
            </a:r>
            <a:pPr algn="ctr" indent="0" marL="0">
              <a:buNone/>
            </a:pPr>
            <a:r>
              <a:rPr lang="en-US" sz="1400" dirty="0">
                <a:solidFill>
                  <a:srgbClr val="6F6785"/>
                </a:solidFill>
                <a:latin typeface="Calibri" pitchFamily="34" charset="0"/>
                <a:ea typeface="Calibri" pitchFamily="34" charset="-122"/>
                <a:cs typeface="Calibri" pitchFamily="34" charset="-120"/>
              </a:rPr>
              <a:t> → </a:t>
            </a:r>
            <a:pPr algn="ctr" indent="0" marL="0">
              <a:buNone/>
            </a:pPr>
            <a:r>
              <a:rPr lang="en-US" sz="1400" b="1" dirty="0">
                <a:solidFill>
                  <a:srgbClr val="6F6785"/>
                </a:solidFill>
                <a:latin typeface="Calibri" pitchFamily="34" charset="0"/>
                <a:ea typeface="Calibri" pitchFamily="34" charset="-122"/>
                <a:cs typeface="Calibri" pitchFamily="34" charset="-120"/>
              </a:rPr>
              <a:t>Student</a:t>
            </a:r>
            <a:pPr algn="ctr" indent="0" marL="0">
              <a:buNone/>
            </a:pPr>
            <a:r>
              <a:rPr lang="en-US" sz="1400" dirty="0">
                <a:solidFill>
                  <a:srgbClr val="6F6785"/>
                </a:solidFill>
                <a:latin typeface="Calibri" pitchFamily="34" charset="0"/>
                <a:ea typeface="Calibri" pitchFamily="34" charset="-122"/>
                <a:cs typeface="Calibri" pitchFamily="34" charset="-120"/>
              </a:rPr>
              <a:t> → code → your name → team.</a:t>
            </a:r>
            <a:endParaRPr lang="en-US" sz="14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a:off x="0" y="82296"/>
            <a:ext cx="9144000" cy="5061204"/>
          </a:xfrm>
          <a:prstGeom prst="rect">
            <a:avLst/>
          </a:prstGeom>
          <a:solidFill>
            <a:srgbClr val="2A2140"/>
          </a:solidFill>
          <a:ln w="12700">
            <a:solidFill>
              <a:srgbClr val="2A2140"/>
            </a:solidFill>
            <a:prstDash val="solid"/>
          </a:ln>
        </p:spPr>
      </p:sp>
      <p:sp>
        <p:nvSpPr>
          <p:cNvPr id="4" name="Text 1"/>
          <p:cNvSpPr/>
          <p:nvPr/>
        </p:nvSpPr>
        <p:spPr>
          <a:xfrm>
            <a:off x="457200" y="1280160"/>
            <a:ext cx="8229600" cy="457200"/>
          </a:xfrm>
          <a:prstGeom prst="rect">
            <a:avLst/>
          </a:prstGeom>
          <a:noFill/>
          <a:ln/>
        </p:spPr>
        <p:txBody>
          <a:bodyPr wrap="square" rtlCol="0" anchor="ctr"/>
          <a:lstStyle/>
          <a:p>
            <a:pPr algn="ctr" indent="0" marL="0">
              <a:buNone/>
            </a:pPr>
            <a:r>
              <a:rPr lang="en-US" sz="1400" b="1" dirty="0">
                <a:solidFill>
                  <a:srgbClr val="FFD23F"/>
                </a:solidFill>
                <a:latin typeface="Calibri" pitchFamily="34" charset="0"/>
                <a:ea typeface="Calibri" pitchFamily="34" charset="-122"/>
                <a:cs typeface="Calibri" pitchFamily="34" charset="-120"/>
              </a:rPr>
              <a:t>STOP</a:t>
            </a:r>
            <a:endParaRPr lang="en-US" sz="1400" dirty="0"/>
          </a:p>
        </p:txBody>
      </p:sp>
      <p:sp>
        <p:nvSpPr>
          <p:cNvPr id="5" name="Text 2"/>
          <p:cNvSpPr/>
          <p:nvPr/>
        </p:nvSpPr>
        <p:spPr>
          <a:xfrm>
            <a:off x="457200" y="1737360"/>
            <a:ext cx="8229600" cy="1463040"/>
          </a:xfrm>
          <a:prstGeom prst="rect">
            <a:avLst/>
          </a:prstGeom>
          <a:noFill/>
          <a:ln/>
        </p:spPr>
        <p:txBody>
          <a:bodyPr wrap="square" rtlCol="0" anchor="ctr"/>
          <a:lstStyle/>
          <a:p>
            <a:pPr algn="ctr" indent="0" marL="0">
              <a:buNone/>
            </a:pPr>
            <a:r>
              <a:rPr lang="en-US" sz="4000" b="1" dirty="0">
                <a:solidFill>
                  <a:srgbClr val="FFFFFF"/>
                </a:solidFill>
                <a:latin typeface="Segoe UI Black" pitchFamily="34" charset="0"/>
                <a:ea typeface="Segoe UI Black" pitchFamily="34" charset="-122"/>
                <a:cs typeface="Segoe UI Black" pitchFamily="34" charset="-120"/>
              </a:rPr>
              <a:t>Do not go past this until the scoreboard is revealed.</a:t>
            </a:r>
            <a:endParaRPr lang="en-US" sz="4000" dirty="0"/>
          </a:p>
        </p:txBody>
      </p:sp>
      <p:sp>
        <p:nvSpPr>
          <p:cNvPr id="6" name="Text 3"/>
          <p:cNvSpPr/>
          <p:nvPr/>
        </p:nvSpPr>
        <p:spPr>
          <a:xfrm>
            <a:off x="457200" y="3291840"/>
            <a:ext cx="8229600" cy="548640"/>
          </a:xfrm>
          <a:prstGeom prst="rect">
            <a:avLst/>
          </a:prstGeom>
          <a:noFill/>
          <a:ln/>
        </p:spPr>
        <p:txBody>
          <a:bodyPr wrap="square" rtlCol="0" anchor="ctr"/>
          <a:lstStyle/>
          <a:p>
            <a:pPr algn="ctr" indent="0" marL="0">
              <a:buNone/>
            </a:pPr>
            <a:r>
              <a:rPr lang="en-US" sz="1600" dirty="0">
                <a:solidFill>
                  <a:srgbClr val="F0E4D0"/>
                </a:solidFill>
                <a:latin typeface="Calibri" pitchFamily="34" charset="0"/>
                <a:ea typeface="Calibri" pitchFamily="34" charset="-122"/>
                <a:cs typeface="Calibri" pitchFamily="34" charset="-120"/>
              </a:rPr>
              <a:t>Let them chat. Press Reveal scoreboard, let the room read the bars, then continue.</a:t>
            </a:r>
            <a:endParaRPr lang="en-US" sz="16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457200" y="292608"/>
            <a:ext cx="8229600" cy="73152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What just happened?</a:t>
            </a:r>
            <a:endParaRPr lang="en-US" sz="3400" dirty="0"/>
          </a:p>
        </p:txBody>
      </p:sp>
      <p:pic>
        <p:nvPicPr>
          <p:cNvPr id="4" name="Image 0" descr="slides/img/a2-scoreboard.png">    </p:cNvPr>
          <p:cNvPicPr>
            <a:picLocks noChangeAspect="1"/>
          </p:cNvPicPr>
          <p:nvPr/>
        </p:nvPicPr>
        <p:blipFill>
          <a:blip r:embed="rId1"/>
          <a:srcRect l="0" r="0" t="0" b="0"/>
          <a:stretch/>
        </p:blipFill>
        <p:spPr>
          <a:xfrm>
            <a:off x="457200" y="1188720"/>
            <a:ext cx="4155717" cy="3337560"/>
          </a:xfrm>
          <a:prstGeom prst="rect">
            <a:avLst/>
          </a:prstGeom>
        </p:spPr>
      </p:pic>
      <p:sp>
        <p:nvSpPr>
          <p:cNvPr id="5" name="Shape 1"/>
          <p:cNvSpPr/>
          <p:nvPr/>
        </p:nvSpPr>
        <p:spPr>
          <a:xfrm>
            <a:off x="4887237" y="1252728"/>
            <a:ext cx="3799563" cy="1463040"/>
          </a:xfrm>
          <a:prstGeom prst="roundRect">
            <a:avLst>
              <a:gd name="adj" fmla="val 11250"/>
            </a:avLst>
          </a:prstGeom>
          <a:solidFill>
            <a:srgbClr val="F0E4D0"/>
          </a:solidFill>
          <a:ln w="12700">
            <a:solidFill>
              <a:srgbClr val="F0E4D0"/>
            </a:solidFill>
            <a:prstDash val="solid"/>
          </a:ln>
        </p:spPr>
      </p:sp>
      <p:sp>
        <p:nvSpPr>
          <p:cNvPr id="6" name="Shape 2"/>
          <p:cNvSpPr/>
          <p:nvPr/>
        </p:nvSpPr>
        <p:spPr>
          <a:xfrm>
            <a:off x="4887237" y="1188720"/>
            <a:ext cx="3799563" cy="1463040"/>
          </a:xfrm>
          <a:prstGeom prst="roundRect">
            <a:avLst>
              <a:gd name="adj" fmla="val 11250"/>
            </a:avLst>
          </a:prstGeom>
          <a:solidFill>
            <a:srgbClr val="FFFFFF"/>
          </a:solidFill>
          <a:ln w="12700">
            <a:solidFill>
              <a:srgbClr val="FFFFFF"/>
            </a:solidFill>
            <a:prstDash val="solid"/>
          </a:ln>
        </p:spPr>
      </p:sp>
      <p:sp>
        <p:nvSpPr>
          <p:cNvPr id="7" name="Text 3"/>
          <p:cNvSpPr/>
          <p:nvPr/>
        </p:nvSpPr>
        <p:spPr>
          <a:xfrm>
            <a:off x="5070117" y="1280160"/>
            <a:ext cx="3433803" cy="1280160"/>
          </a:xfrm>
          <a:prstGeom prst="rect">
            <a:avLst/>
          </a:prstGeom>
          <a:noFill/>
          <a:ln/>
        </p:spPr>
        <p:txBody>
          <a:bodyPr wrap="square" rtlCol="0" anchor="ctr"/>
          <a:lstStyle/>
          <a:p>
            <a:pPr indent="0" marL="0">
              <a:buNone/>
            </a:pPr>
            <a:r>
              <a:rPr lang="en-US" sz="1500" dirty="0">
                <a:solidFill>
                  <a:srgbClr val="2A2140"/>
                </a:solidFill>
                <a:latin typeface="Calibri" pitchFamily="34" charset="0"/>
                <a:ea typeface="Calibri" pitchFamily="34" charset="-122"/>
                <a:cs typeface="Calibri" pitchFamily="34" charset="-120"/>
              </a:rPr>
              <a:t>37 answers were judged. It was right about </a:t>
            </a:r>
            <a:pPr indent="0" marL="0">
              <a:buNone/>
            </a:pPr>
            <a:r>
              <a:rPr lang="en-US" sz="1500" b="1" dirty="0">
                <a:solidFill>
                  <a:srgbClr val="2A2140"/>
                </a:solidFill>
                <a:latin typeface="Calibri" pitchFamily="34" charset="0"/>
                <a:ea typeface="Calibri" pitchFamily="34" charset="-122"/>
                <a:cs typeface="Calibri" pitchFamily="34" charset="-120"/>
              </a:rPr>
              <a:t>100% of history</a:t>
            </a:r>
            <a:pPr indent="0" marL="0">
              <a:buNone/>
            </a:pPr>
            <a:r>
              <a:rPr lang="en-US" sz="1500" dirty="0">
                <a:solidFill>
                  <a:srgbClr val="2A2140"/>
                </a:solidFill>
                <a:latin typeface="Calibri" pitchFamily="34" charset="0"/>
                <a:ea typeface="Calibri" pitchFamily="34" charset="-122"/>
                <a:cs typeface="Calibri" pitchFamily="34" charset="-120"/>
              </a:rPr>
              <a:t> and </a:t>
            </a:r>
            <a:pPr indent="0" marL="0">
              <a:buNone/>
            </a:pPr>
            <a:r>
              <a:rPr lang="en-US" sz="1500" b="1" dirty="0">
                <a:solidFill>
                  <a:srgbClr val="2A2140"/>
                </a:solidFill>
                <a:latin typeface="Calibri" pitchFamily="34" charset="0"/>
                <a:ea typeface="Calibri" pitchFamily="34" charset="-122"/>
                <a:cs typeface="Calibri" pitchFamily="34" charset="-120"/>
              </a:rPr>
              <a:t>26% of everything else</a:t>
            </a:r>
            <a:pPr indent="0" marL="0">
              <a:buNone/>
            </a:pPr>
            <a:r>
              <a:rPr lang="en-US" sz="1500" dirty="0">
                <a:solidFill>
                  <a:srgbClr val="2A2140"/>
                </a:solidFill>
                <a:latin typeface="Calibri" pitchFamily="34" charset="0"/>
                <a:ea typeface="Calibri" pitchFamily="34" charset="-122"/>
                <a:cs typeface="Calibri" pitchFamily="34" charset="-120"/>
              </a:rPr>
              <a:t>.</a:t>
            </a:r>
            <a:endParaRPr lang="en-US" sz="1500" dirty="0"/>
          </a:p>
        </p:txBody>
      </p:sp>
      <p:sp>
        <p:nvSpPr>
          <p:cNvPr id="8" name="Shape 4"/>
          <p:cNvSpPr/>
          <p:nvPr/>
        </p:nvSpPr>
        <p:spPr>
          <a:xfrm>
            <a:off x="4887237" y="2852928"/>
            <a:ext cx="3799563" cy="1737360"/>
          </a:xfrm>
          <a:prstGeom prst="roundRect">
            <a:avLst>
              <a:gd name="adj" fmla="val 9474"/>
            </a:avLst>
          </a:prstGeom>
          <a:solidFill>
            <a:srgbClr val="F0E4D0"/>
          </a:solidFill>
          <a:ln w="12700">
            <a:solidFill>
              <a:srgbClr val="F0E4D0"/>
            </a:solidFill>
            <a:prstDash val="solid"/>
          </a:ln>
        </p:spPr>
      </p:sp>
      <p:sp>
        <p:nvSpPr>
          <p:cNvPr id="9" name="Shape 5"/>
          <p:cNvSpPr/>
          <p:nvPr/>
        </p:nvSpPr>
        <p:spPr>
          <a:xfrm>
            <a:off x="4887237" y="2788920"/>
            <a:ext cx="3799563" cy="1737360"/>
          </a:xfrm>
          <a:prstGeom prst="roundRect">
            <a:avLst>
              <a:gd name="adj" fmla="val 9474"/>
            </a:avLst>
          </a:prstGeom>
          <a:solidFill>
            <a:srgbClr val="FFF1DC"/>
          </a:solidFill>
          <a:ln w="12700">
            <a:solidFill>
              <a:srgbClr val="FFF1DC"/>
            </a:solidFill>
            <a:prstDash val="solid"/>
          </a:ln>
        </p:spPr>
      </p:sp>
      <p:sp>
        <p:nvSpPr>
          <p:cNvPr id="10" name="Text 6"/>
          <p:cNvSpPr/>
          <p:nvPr/>
        </p:nvSpPr>
        <p:spPr>
          <a:xfrm>
            <a:off x="5070117" y="2880360"/>
            <a:ext cx="3433803" cy="274320"/>
          </a:xfrm>
          <a:prstGeom prst="rect">
            <a:avLst/>
          </a:prstGeom>
          <a:noFill/>
          <a:ln/>
        </p:spPr>
        <p:txBody>
          <a:bodyPr wrap="square" rtlCol="0" anchor="ctr"/>
          <a:lstStyle/>
          <a:p>
            <a:pPr indent="0" marL="0">
              <a:buNone/>
            </a:pPr>
            <a:r>
              <a:rPr lang="en-US" sz="1000" b="1" spc="100" kern="0" dirty="0">
                <a:solidFill>
                  <a:srgbClr val="D9651F"/>
                </a:solidFill>
                <a:latin typeface="Calibri" pitchFamily="34" charset="0"/>
                <a:ea typeface="Calibri" pitchFamily="34" charset="-122"/>
                <a:cs typeface="Calibri" pitchFamily="34" charset="-120"/>
              </a:rPr>
              <a:t>WORK THIS OUT BEFORE ANYONE TELLS YOU</a:t>
            </a:r>
            <a:endParaRPr lang="en-US" sz="1000" dirty="0"/>
          </a:p>
        </p:txBody>
      </p:sp>
      <p:sp>
        <p:nvSpPr>
          <p:cNvPr id="11" name="Text 7"/>
          <p:cNvSpPr/>
          <p:nvPr/>
        </p:nvSpPr>
        <p:spPr>
          <a:xfrm>
            <a:off x="5070117" y="3154680"/>
            <a:ext cx="3433803" cy="1280160"/>
          </a:xfrm>
          <a:prstGeom prst="rect">
            <a:avLst/>
          </a:prstGeom>
          <a:noFill/>
          <a:ln/>
        </p:spPr>
        <p:txBody>
          <a:bodyPr wrap="square" rtlCol="0" anchor="ctr"/>
          <a:lstStyle/>
          <a:p>
            <a:pPr indent="0" marL="0">
              <a:buNone/>
            </a:pPr>
            <a:r>
              <a:rPr lang="en-US" sz="2100" b="1" dirty="0">
                <a:solidFill>
                  <a:srgbClr val="2A2140"/>
                </a:solidFill>
                <a:latin typeface="Segoe UI Black" pitchFamily="34" charset="0"/>
                <a:ea typeface="Segoe UI Black" pitchFamily="34" charset="-122"/>
                <a:cs typeface="Segoe UI Black" pitchFamily="34" charset="-120"/>
              </a:rPr>
              <a:t>It never once said 'I don't know'. Why not?</a:t>
            </a:r>
            <a:endParaRPr lang="en-US" sz="2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457200" y="182880"/>
            <a:ext cx="4937760" cy="457200"/>
          </a:xfrm>
          <a:prstGeom prst="rect">
            <a:avLst/>
          </a:prstGeom>
          <a:noFill/>
          <a:ln/>
        </p:spPr>
        <p:txBody>
          <a:bodyPr wrap="square" rtlCol="0" anchor="ctr"/>
          <a:lstStyle/>
          <a:p>
            <a:pPr indent="0" marL="0">
              <a:buNone/>
            </a:pPr>
            <a:r>
              <a:rPr lang="en-US" sz="2600" b="1" dirty="0">
                <a:solidFill>
                  <a:srgbClr val="2A2140"/>
                </a:solidFill>
                <a:latin typeface="Segoe UI Black" pitchFamily="34" charset="0"/>
                <a:ea typeface="Segoe UI Black" pitchFamily="34" charset="-122"/>
                <a:cs typeface="Segoe UI Black" pitchFamily="34" charset="-120"/>
              </a:rPr>
              <a:t>This is its whole mind.</a:t>
            </a:r>
            <a:endParaRPr lang="en-US" sz="2600" dirty="0"/>
          </a:p>
        </p:txBody>
      </p:sp>
      <p:sp>
        <p:nvSpPr>
          <p:cNvPr id="4" name="Text 1"/>
          <p:cNvSpPr/>
          <p:nvPr/>
        </p:nvSpPr>
        <p:spPr>
          <a:xfrm>
            <a:off x="457200" y="603504"/>
            <a:ext cx="5120640" cy="256032"/>
          </a:xfrm>
          <a:prstGeom prst="rect">
            <a:avLst/>
          </a:prstGeom>
          <a:noFill/>
          <a:ln/>
        </p:spPr>
        <p:txBody>
          <a:bodyPr wrap="square" rtlCol="0" anchor="t"/>
          <a:lstStyle/>
          <a:p>
            <a:pPr indent="0" marL="0">
              <a:buNone/>
            </a:pPr>
            <a:r>
              <a:rPr lang="en-US" sz="1050" dirty="0">
                <a:solidFill>
                  <a:srgbClr val="6F6785"/>
                </a:solidFill>
                <a:latin typeface="Calibri" pitchFamily="34" charset="0"/>
                <a:ea typeface="Calibri" pitchFamily="34" charset="-122"/>
                <a:cs typeface="Calibri" pitchFamily="34" charset="-120"/>
              </a:rPr>
              <a:t>Highlighted: the words from “Who built the Taj Mahal?” it recognised.</a:t>
            </a:r>
            <a:endParaRPr lang="en-US" sz="1050" dirty="0"/>
          </a:p>
        </p:txBody>
      </p:sp>
      <p:sp>
        <p:nvSpPr>
          <p:cNvPr id="5" name="Text 2"/>
          <p:cNvSpPr/>
          <p:nvPr/>
        </p:nvSpPr>
        <p:spPr>
          <a:xfrm>
            <a:off x="5394960" y="182880"/>
            <a:ext cx="3429000" cy="694944"/>
          </a:xfrm>
          <a:prstGeom prst="rect">
            <a:avLst/>
          </a:prstGeom>
          <a:noFill/>
          <a:ln/>
        </p:spPr>
        <p:txBody>
          <a:bodyPr wrap="square" rtlCol="0" anchor="ctr"/>
          <a:lstStyle/>
          <a:p>
            <a:pPr algn="r" indent="0" marL="0">
              <a:spcAft>
                <a:spcPts val="100"/>
              </a:spcAft>
              <a:buNone/>
            </a:pPr>
            <a:r>
              <a:rPr lang="en-US" sz="1050" i="1" dirty="0">
                <a:solidFill>
                  <a:srgbClr val="6F6785"/>
                </a:solidFill>
                <a:latin typeface="Calibri" pitchFamily="34" charset="0"/>
                <a:ea typeface="Calibri" pitchFamily="34" charset="-122"/>
                <a:cs typeface="Calibri" pitchFamily="34" charset="-120"/>
              </a:rPr>
              <a:t>On the phone:</a:t>
            </a:r>
            <a:endParaRPr lang="en-US" sz="1050" dirty="0"/>
          </a:p>
          <a:p>
            <a:pPr algn="r" indent="0" marL="0">
              <a:spcAft>
                <a:spcPts val="100"/>
              </a:spcAft>
              <a:buNone/>
            </a:pPr>
            <a:r>
              <a:rPr lang="en-US" sz="1050" i="1" dirty="0">
                <a:solidFill>
                  <a:srgbClr val="6F6785"/>
                </a:solidFill>
                <a:latin typeface="Calibri" pitchFamily="34" charset="0"/>
                <a:ea typeface="Calibri" pitchFamily="34" charset="-122"/>
                <a:cs typeface="Calibri" pitchFamily="34" charset="-120"/>
              </a:rPr>
              <a:t>“Recognised 3 of 3 words in your question.”</a:t>
            </a:r>
            <a:endParaRPr lang="en-US" sz="1050" dirty="0"/>
          </a:p>
          <a:p>
            <a:pPr algn="r" indent="0" marL="0">
              <a:spcAft>
                <a:spcPts val="100"/>
              </a:spcAft>
              <a:buNone/>
            </a:pPr>
            <a:r>
              <a:rPr lang="en-US" sz="1050" i="1" dirty="0">
                <a:solidFill>
                  <a:srgbClr val="6F6785"/>
                </a:solidFill>
                <a:latin typeface="Calibri" pitchFamily="34" charset="0"/>
                <a:ea typeface="Calibri" pitchFamily="34" charset="-122"/>
                <a:cs typeface="Calibri" pitchFamily="34" charset="-120"/>
              </a:rPr>
              <a:t>“It recognised none of your words. It answered anyway.”</a:t>
            </a:r>
            <a:endParaRPr lang="en-US" sz="1050" dirty="0"/>
          </a:p>
        </p:txBody>
      </p:sp>
      <p:sp>
        <p:nvSpPr>
          <p:cNvPr id="6" name="Shape 3"/>
          <p:cNvSpPr/>
          <p:nvPr/>
        </p:nvSpPr>
        <p:spPr>
          <a:xfrm>
            <a:off x="320040" y="914400"/>
            <a:ext cx="1627632" cy="3730752"/>
          </a:xfrm>
          <a:prstGeom prst="roundRect">
            <a:avLst>
              <a:gd name="adj" fmla="val 2809"/>
            </a:avLst>
          </a:prstGeom>
          <a:solidFill>
            <a:srgbClr val="FFFFFF"/>
          </a:solidFill>
          <a:ln w="9525">
            <a:solidFill>
              <a:srgbClr val="F0E4D0"/>
            </a:solidFill>
            <a:prstDash val="solid"/>
          </a:ln>
        </p:spPr>
      </p:sp>
      <p:sp>
        <p:nvSpPr>
          <p:cNvPr id="7" name="Text 4"/>
          <p:cNvSpPr/>
          <p:nvPr/>
        </p:nvSpPr>
        <p:spPr>
          <a:xfrm>
            <a:off x="320040" y="914400"/>
            <a:ext cx="1627632" cy="3730752"/>
          </a:xfrm>
          <a:prstGeom prst="rect">
            <a:avLst/>
          </a:prstGeom>
          <a:noFill/>
          <a:ln/>
        </p:spPr>
        <p:txBody>
          <a:bodyPr wrap="square" lIns="25400" tIns="25400" rIns="25400" bIns="25400" rtlCol="0" anchor="t"/>
          <a:lstStyle/>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The Indus Valley civilisation is the oldest known civilisation of South Asia. The Indus Valley people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cities more than four thousand years ago. Their two biggest cities were Mohenjo-daro and Harappa. Both cities stood in the wide Indus river valley. The streets ran in straight lines and crossed at right angles. Houses were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from baked bricks of the same size. Many homes had their own wells and bathing rooms. Covered drains ran under the streets to take dirty water away. This was one of the best drainage systems in the ancient world. Traders used small stone seals carved with animals and signs. Ships from the Indus Valley likely reached lands as far as Mesopotamia. Around 1900 BCE the great cities slowly emptied out. Rivers may have changed course and farming grew harder. The people scattered into smaller villages across the region.</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New groups of people arrived from Central Asia after the Indus cities declined. They spoke an early form of Sanskrit and are called the Vedic people. They composed hymns and prayers that were later collected into the Vedas. These hymns praised gods of the sky, the sun, fire and rain. Cattle were a sign of wealth and were carefully counted and guarded. Families lived in small kingdoms ruled by chiefs and later by kings. Over time these people learned to use iron tools and weapons. Iron ploughs let farmers clear forests and grow more food. Bigger kingdoms called Mahajanapadas grew across the northern plains. Priests, warriors, traders and workers formed different groups in society. This system of groups later hardened into castes.</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Chandragupta Maurya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a large empire around 321 BCE. His capital was the city of Pataliputra in the east. His grandson Ashoka became one of the most famous rulers of ancient India. Ashoka fought a hard war against the kingdom of Kalinga. After seeing the suffering of that war he turned to Buddhism. He then chose peace and kindness over further conquest. Ashoka placed stone pillars and edicts across his huge empire. Some of these edicts have been found in the northwest, in what is now Pakistan. He asked officials to treat people fairly and to protect animals. The Maurya empire slowly broke apart after Ashoka died.</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The Gandhara region lay around the Peshawar valley in the northwest. It became a center of a special style of art called Gandhara art. This art mixed Greek forms with local Buddhist ideas after old Greek settlers stayed in the region. Kushan kings later ruled Gandhara and supported this art and Buddhist learning. Not far from Gandhara stood the ancient city of Taxila. Taxila was famous as a center of learning for the whole region. Students came from distant lands to study</a:t>
            </a:r>
            <a:endParaRPr lang="en-US" sz="500" dirty="0"/>
          </a:p>
        </p:txBody>
      </p:sp>
      <p:sp>
        <p:nvSpPr>
          <p:cNvPr id="8" name="Shape 5"/>
          <p:cNvSpPr/>
          <p:nvPr/>
        </p:nvSpPr>
        <p:spPr>
          <a:xfrm>
            <a:off x="2039112" y="914400"/>
            <a:ext cx="1627632" cy="3730752"/>
          </a:xfrm>
          <a:prstGeom prst="roundRect">
            <a:avLst>
              <a:gd name="adj" fmla="val 2809"/>
            </a:avLst>
          </a:prstGeom>
          <a:solidFill>
            <a:srgbClr val="FFFFFF"/>
          </a:solidFill>
          <a:ln w="9525">
            <a:solidFill>
              <a:srgbClr val="F0E4D0"/>
            </a:solidFill>
            <a:prstDash val="solid"/>
          </a:ln>
        </p:spPr>
      </p:sp>
      <p:sp>
        <p:nvSpPr>
          <p:cNvPr id="9" name="Text 6"/>
          <p:cNvSpPr/>
          <p:nvPr/>
        </p:nvSpPr>
        <p:spPr>
          <a:xfrm>
            <a:off x="2039112" y="914400"/>
            <a:ext cx="1627632" cy="3730752"/>
          </a:xfrm>
          <a:prstGeom prst="rect">
            <a:avLst/>
          </a:prstGeom>
          <a:noFill/>
          <a:ln/>
        </p:spPr>
        <p:txBody>
          <a:bodyPr wrap="square" lIns="25400" tIns="25400" rIns="25400" bIns="25400" rtlCol="0" anchor="t"/>
          <a:lstStyle/>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medicine, grammar and philosophy there. Taxila had teachers, halls and stupas spread across a wide area. The ruins of Taxila can still be seen near Rawalpindi today.</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In 712 CE a young Arab general named Muhammad bin Qasim marched into Sindh. He led his army for the Umayyad rulers who sent him from Damascus. His forces met the army of Raja Dahir, the ruler of Sindh. Muhammad bin Qasim defeated Raja Dahir in a hard battle near the Indus. After this victory Sindh came under Arab and later Muslim rule. Many historians see this as the start of Muslim rule in the region. Muhammad bin Qasim set fair terms for the local people who stayed. Trade along the Indus grew stronger under the new rulers.</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Mahmud of Ghazni led many raids into South Asia in the early eleventh century. He ruled from the city of Ghazni in what is now Afghanistan. His armies crossed the mountains and reached deep into the Punjab. Lahore became an important city for the Ghaznavid rulers during this time. Later, when Ghazni fell to rivals, Lahore even served as their last capital. Scholars gathered at the Ghaznavid court, including the great writer Al-Biruni. Al-Biruni studied the languages, science and customs of South Asia closely. Lahore grew into a busy center of trade and learning under Ghaznavid rule.</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Muhammad Ghori extended Muslim rule further into the northern plains after Mahmud. His general Qutb-ud-din Aybak became the first sultan of Delhi in 1206. This began the long period known as the Delhi Sultanate. Several dynasties ruled one after another from Delhi over the next three centuries. These included the Slave dynasty, the Khalji dynasty, the Tughlaq dynasty and later the Lodi dynasty. The tall tower called the Qutub Minar was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during this early period. Delhi Sultanate rulers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forts, mosques and canals across northern India. Trade routes linked Delhi with Central Asia, Persia and the Arabian Sea coast. The Delhi Sultanate slowly weakened after repeated invasions from the northwest.</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Babur was a prince from Central Asia descended from Timur and Genghis Khan. He lost his first small kingdom and looked south for new land. The first battle of Panipat was fought in 1526 between Babur and Sultan Ibrahim Lodi. Babur used cannons and skilled riders to win a clear victory there. This victory ended the Delhi Sultanate and began the Mughal empire. Babur then ruled from Delhi and Agra for a short time before he died.</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Babur's son Humayun took the throne next but faced many troubles. A skilled rival named Sher Shah Suri defeated</a:t>
            </a:r>
            <a:endParaRPr lang="en-US" sz="500" dirty="0"/>
          </a:p>
        </p:txBody>
      </p:sp>
      <p:sp>
        <p:nvSpPr>
          <p:cNvPr id="10" name="Shape 7"/>
          <p:cNvSpPr/>
          <p:nvPr/>
        </p:nvSpPr>
        <p:spPr>
          <a:xfrm>
            <a:off x="3758184" y="914400"/>
            <a:ext cx="1627632" cy="3730752"/>
          </a:xfrm>
          <a:prstGeom prst="roundRect">
            <a:avLst>
              <a:gd name="adj" fmla="val 2809"/>
            </a:avLst>
          </a:prstGeom>
          <a:solidFill>
            <a:srgbClr val="FFFFFF"/>
          </a:solidFill>
          <a:ln w="9525">
            <a:solidFill>
              <a:srgbClr val="F0E4D0"/>
            </a:solidFill>
            <a:prstDash val="solid"/>
          </a:ln>
        </p:spPr>
      </p:sp>
      <p:sp>
        <p:nvSpPr>
          <p:cNvPr id="11" name="Text 8"/>
          <p:cNvSpPr/>
          <p:nvPr/>
        </p:nvSpPr>
        <p:spPr>
          <a:xfrm>
            <a:off x="3758184" y="914400"/>
            <a:ext cx="1627632" cy="3730752"/>
          </a:xfrm>
          <a:prstGeom prst="rect">
            <a:avLst/>
          </a:prstGeom>
          <a:noFill/>
          <a:ln/>
        </p:spPr>
        <p:txBody>
          <a:bodyPr wrap="square" lIns="25400" tIns="25400" rIns="25400" bIns="25400" rtlCol="0" anchor="t"/>
          <a:lstStyle/>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Humayun and took his lands. Humayun fled west to Persia and lived there for several hard years. With Persian help he returned and won back his throne in 1555. Humayun died just a year later after a fall near his library. His young son Akbar then became the new emperor of the Mughal empire.</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Akbar ruled the Mughal empire from 1556 to 1605 and greatly expanded it. He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a stunning new capital city at Fatehpur Sikri near Agra. Fatehpur Sikri had grand courts, a mosque and a tall gateway called the Buland Darwaza. Akbar formed strong alliances with several Rajput kingdoms through marriage and careful diplomacy. He removed the special tax that non-Muslim subjects once had to pay. Akbar also created a new set of ideas called Din-i Ilahi. Din-i Ilahi mixed ideas from several faiths. He invited scholars of different religions to debate at his court. Akbar's fair rule and strong army held the huge Mughal empire together. Akbar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Fatehpur Sikri near Agra as his new capital. Later, the capital moved away from Fatehpur Sikri because water there ran short.</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Akbar's son Jahangir ruled the Mughal empire from 1605 to 1627. Jahangir loved gardens, paintings and rare animals from distant lands. He is remembered for a golden chain of bells outside his palace. Any person could pull the chain to ask the emperor for justice. His wife, the clever and powerful Nur Jahan, helped run the empire. Under Jahangir, artists painted detailed pictures of birds, flowers and court life.</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Shah Jahan became the Mughal emperor in 1628 and ruled for thirty years. Shah Jahan is best remembered for the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Taj</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Mahal</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in Agra. Shah Jahan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the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Taj</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Mahal</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for his wife Mumtaz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Mahal</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White marble and careful patterns cover every wall of the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Taj</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Mahal</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Shah Jahan also added grand halls and gates to Lahore Fort. Near Lahore he laid out the beautiful Shalimar Gardens with rows of fountains. In Delhi he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the Red Fort and the great Jama Masjid mosque. Shah Jahan's rule is often called the golden age of Mughal building. Skilled workers from across the empire and beyond worked on these great projects.</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Aurangzeb, Shah Jahan's son, ruled the Mughal empire from 1658 to 1707. Under Aurangzeb the Mughal empire reached its largest size ever. Long wars in the Deccan region drained the treasury for many years. Aurangzeb lived a simple life but ruled with a strict hand. After his death in 1707 the vast Mughal empire began to weaken fast.</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Weak emperors followed Aurangzeb and struggled to hold the empire together. In 1739 the Persian ruler Nadir Shah invaded and sacked the city of Delhi. He carried off the famous Peacock Throne and countless other treasures.</a:t>
            </a:r>
            <a:endParaRPr lang="en-US" sz="500" dirty="0"/>
          </a:p>
        </p:txBody>
      </p:sp>
      <p:sp>
        <p:nvSpPr>
          <p:cNvPr id="12" name="Shape 9"/>
          <p:cNvSpPr/>
          <p:nvPr/>
        </p:nvSpPr>
        <p:spPr>
          <a:xfrm>
            <a:off x="5477256" y="914400"/>
            <a:ext cx="1627632" cy="3730752"/>
          </a:xfrm>
          <a:prstGeom prst="roundRect">
            <a:avLst>
              <a:gd name="adj" fmla="val 2809"/>
            </a:avLst>
          </a:prstGeom>
          <a:solidFill>
            <a:srgbClr val="FFFFFF"/>
          </a:solidFill>
          <a:ln w="9525">
            <a:solidFill>
              <a:srgbClr val="F0E4D0"/>
            </a:solidFill>
            <a:prstDash val="solid"/>
          </a:ln>
        </p:spPr>
      </p:sp>
      <p:sp>
        <p:nvSpPr>
          <p:cNvPr id="13" name="Text 10"/>
          <p:cNvSpPr/>
          <p:nvPr/>
        </p:nvSpPr>
        <p:spPr>
          <a:xfrm>
            <a:off x="5477256" y="914400"/>
            <a:ext cx="1627632" cy="3730752"/>
          </a:xfrm>
          <a:prstGeom prst="rect">
            <a:avLst/>
          </a:prstGeom>
          <a:noFill/>
          <a:ln/>
        </p:spPr>
        <p:txBody>
          <a:bodyPr wrap="square" lIns="25400" tIns="25400" rIns="25400" bIns="25400" rtlCol="0" anchor="t"/>
          <a:lstStyle/>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Regional powers such as the Marathas and various Nawabs grew stronger and bolder. Sikh groups in the Punjab also grew into a strong military force. The once mighty Mughal empire now controlled little beyond the city of Delhi.</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Ranjit Singh united the Sikh groups of the Punjab into one strong state. He became Maharaja and ruled from his capital at Lahore. Under Ranjit Singh the Sikh empire stretched across the Punjab and beyond. He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a modern army trained partly by European officers. Ranjit Singh respected people of every faith across his kingdom. After his death in 1839 the Sikh empire quickly grew weak and divided. Two hard wars against the British followed within the next ten years. The British annexed the Punjab and the Sikh empire in 1849.</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The East India Company first arrived in South Asia to trade in cloth and spices. Over time the company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forts, trained soldiers and gathered local allies. The company won the battle of Plassey in Bengal in 1757. That victory let the company take real political power over Bengal. Company rule then spread west and south across the subcontinent. Local rulers signed treaties or lost wars against company forces. By the early 1800s the East India Company controlled vast territories. The company collected taxes, ran courts and shaped trade to suit its own interests.</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In 1857 soldiers and common people rose up against East India Company rule. The uprising of 1857 is also called the first war of independence. New rifle cartridges, land taxes and broken promises had angered many groups. The uprising spread quickly across northern India before it was crushed. Delhi, Meerut, Kanpur and Lucknow saw fighting between rebels and company forces. In Punjab the British disarmed the soldiers at Lahore before any fighting began. After the uprising the British Crown took direct control of the region. This new period of direct British rule is often called the British Raj. The East India Company itself was closed down soon after these events.</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Sir Syed Ahmad Khan worked hard to help Muslims recover after 1857. He believed modern education would help his community move forward. In 1875 he founded a college at Aligarh for Muslim students. This college later grew into the well known Aligarh Muslim University. Students there studied science and English alongside Islamic teachings and Urdu. Sir Syed's ideas shaped how many Muslim leaders later thought about education and unity.</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Muslim leaders formed the All-India Muslim League in Dhaka in December 1906. The League aimed to protect the political rights of Muslims in British India. It grew over the years into</a:t>
            </a:r>
            <a:endParaRPr lang="en-US" sz="500" dirty="0"/>
          </a:p>
        </p:txBody>
      </p:sp>
      <p:sp>
        <p:nvSpPr>
          <p:cNvPr id="14" name="Shape 11"/>
          <p:cNvSpPr/>
          <p:nvPr/>
        </p:nvSpPr>
        <p:spPr>
          <a:xfrm>
            <a:off x="7196328" y="914400"/>
            <a:ext cx="1627632" cy="3730752"/>
          </a:xfrm>
          <a:prstGeom prst="roundRect">
            <a:avLst>
              <a:gd name="adj" fmla="val 2809"/>
            </a:avLst>
          </a:prstGeom>
          <a:solidFill>
            <a:srgbClr val="FFFFFF"/>
          </a:solidFill>
          <a:ln w="9525">
            <a:solidFill>
              <a:srgbClr val="F0E4D0"/>
            </a:solidFill>
            <a:prstDash val="solid"/>
          </a:ln>
        </p:spPr>
      </p:sp>
      <p:sp>
        <p:nvSpPr>
          <p:cNvPr id="15" name="Text 12"/>
          <p:cNvSpPr/>
          <p:nvPr/>
        </p:nvSpPr>
        <p:spPr>
          <a:xfrm>
            <a:off x="7196328" y="914400"/>
            <a:ext cx="1627632" cy="3730752"/>
          </a:xfrm>
          <a:prstGeom prst="rect">
            <a:avLst/>
          </a:prstGeom>
          <a:noFill/>
          <a:ln/>
        </p:spPr>
        <p:txBody>
          <a:bodyPr wrap="square" lIns="25400" tIns="25400" rIns="25400" bIns="25400" rtlCol="0" anchor="t"/>
          <a:lstStyle/>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the main voice for Muslim political demands. Many young lawyers and thinkers joined the League during its early decades. The Muslim League was founded in Dhaka in 1906 to speak for Muslims.</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The poet and thinker Allama Iqbal addressed the Muslim League in Allahabad in 1930. In his address Iqbal spoke of a separate homeland for Muslims. He suggested that the northwestern regions could form such a homeland. Iqbal's poetry and speeches inspired many who later worked for Pakistan. His ideas gave a clear shape to hopes that had been growing for years.</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On 23 March 1940 the Muslim League passed the Lahore Resolution. The resolution called for independent states for Muslims in the northwestern and eastern zones. Huge crowds gathered in Lahore to hear speeches about the resolution. This day is still remembered every year across Pakistan as a key moment. The Lahore Resolution was passed on 23 March 1940 in Lahore. The Lahore Resolution set a clear political goal for the years that followed.</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Muhammad Ali Jinnah led the Muslim League through its final and hardest years. He is known across Pakistan as the Quaid-e-Azam, or great leader. Jinnah negotiated firmly with British officials and with Congress leaders. He argued that Muslims needed their own separate and independent country. Jinnah's clear legal mind and steady will guided the League through tense talks. Jinnah is called the Quaid-e-Azam, the great leader of Pakistan.</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Pakistan became an independent country on 14 August 1947. Pakistan celebrates its independence day every year on 14 August. The British left South Asia and divided the land into two new countries. Millions of people moved across the new borders in the months that followed. Families left homes, farms and shops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over many generations. Despite great hardship, the new country of Pakistan began building its own institutions. Jinnah became the first Governor-General of the new state of Pakistan.</a:t>
            </a:r>
            <a:endParaRPr lang="en-US" sz="500" dirty="0"/>
          </a:p>
          <a:p>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Karachi served as the first capital of the new country of Pakistan. Government offices, embassies and the first parliament all opened in Karachi. The city grew fast as officials, workers and refugees arrived from many places. Years later the capital moved first to Rawalpindi and then to a new city. That new planned city, </a:t>
            </a:r>
            <a:pPr indent="0" marL="0">
              <a:lnSpc>
                <a:spcPct val="95000"/>
              </a:lnSpc>
              <a:spcAft>
                <a:spcPts val="200"/>
              </a:spcAft>
              <a:buNone/>
            </a:pPr>
            <a:r>
              <a:rPr lang="en-US" sz="500" b="1" dirty="0">
                <a:solidFill>
                  <a:srgbClr val="2A2140"/>
                </a:solidFill>
                <a:highlight>
                  <a:srgbClr val="FFD23F"/>
                </a:highlight>
                <a:latin typeface="Calibri" pitchFamily="34" charset="0"/>
                <a:ea typeface="Calibri" pitchFamily="34" charset="-122"/>
                <a:cs typeface="Calibri" pitchFamily="34" charset="-120"/>
              </a:rPr>
              <a:t>built</a:t>
            </a:r>
            <a:pPr indent="0" marL="0">
              <a:lnSpc>
                <a:spcPct val="95000"/>
              </a:lnSpc>
              <a:spcAft>
                <a:spcPts val="200"/>
              </a:spcAft>
              <a:buNone/>
            </a:pPr>
            <a:r>
              <a:rPr lang="en-US" sz="500" dirty="0">
                <a:solidFill>
                  <a:srgbClr val="2A2140"/>
                </a:solidFill>
                <a:latin typeface="Calibri" pitchFamily="34" charset="0"/>
                <a:ea typeface="Calibri" pitchFamily="34" charset="-122"/>
                <a:cs typeface="Calibri" pitchFamily="34" charset="-120"/>
              </a:rPr>
              <a:t> north of Rawalpindi, was named Islamabad. The capital of Pakistan today is Islamabad. Even after the capital moved, Karachi remained the largest city and busiest port. Pakistan's history, from the old Indus cities to 1947, still shapes the country today.</a:t>
            </a:r>
            <a:endParaRPr lang="en-US" sz="5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How it works.</a:t>
            </a:r>
            <a:endParaRPr lang="en-US" sz="3400" dirty="0"/>
          </a:p>
        </p:txBody>
      </p:sp>
      <p:sp>
        <p:nvSpPr>
          <p:cNvPr id="4" name="Shape 1"/>
          <p:cNvSpPr/>
          <p:nvPr/>
        </p:nvSpPr>
        <p:spPr>
          <a:xfrm>
            <a:off x="457200" y="1389888"/>
            <a:ext cx="2468880" cy="2194560"/>
          </a:xfrm>
          <a:prstGeom prst="roundRect">
            <a:avLst>
              <a:gd name="adj" fmla="val 7500"/>
            </a:avLst>
          </a:prstGeom>
          <a:solidFill>
            <a:srgbClr val="F0E4D0"/>
          </a:solidFill>
          <a:ln w="12700">
            <a:solidFill>
              <a:srgbClr val="F0E4D0"/>
            </a:solidFill>
            <a:prstDash val="solid"/>
          </a:ln>
        </p:spPr>
      </p:sp>
      <p:sp>
        <p:nvSpPr>
          <p:cNvPr id="5" name="Shape 2"/>
          <p:cNvSpPr/>
          <p:nvPr/>
        </p:nvSpPr>
        <p:spPr>
          <a:xfrm>
            <a:off x="457200" y="1325880"/>
            <a:ext cx="2468880" cy="2194560"/>
          </a:xfrm>
          <a:prstGeom prst="roundRect">
            <a:avLst>
              <a:gd name="adj" fmla="val 7500"/>
            </a:avLst>
          </a:prstGeom>
          <a:solidFill>
            <a:srgbClr val="FFFFFF"/>
          </a:solidFill>
          <a:ln w="12700">
            <a:solidFill>
              <a:srgbClr val="FFFFFF"/>
            </a:solidFill>
            <a:prstDash val="solid"/>
          </a:ln>
        </p:spPr>
      </p:sp>
      <p:sp>
        <p:nvSpPr>
          <p:cNvPr id="6" name="Text 3"/>
          <p:cNvSpPr/>
          <p:nvPr/>
        </p:nvSpPr>
        <p:spPr>
          <a:xfrm>
            <a:off x="457200" y="1417320"/>
            <a:ext cx="2468880" cy="64008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7" name="Text 4"/>
          <p:cNvSpPr/>
          <p:nvPr/>
        </p:nvSpPr>
        <p:spPr>
          <a:xfrm>
            <a:off x="457200" y="2011680"/>
            <a:ext cx="2468880" cy="365760"/>
          </a:xfrm>
          <a:prstGeom prst="rect">
            <a:avLst/>
          </a:prstGeom>
          <a:noFill/>
          <a:ln/>
        </p:spPr>
        <p:txBody>
          <a:bodyPr wrap="square" rtlCol="0" anchor="ctr"/>
          <a:lstStyle/>
          <a:p>
            <a:pPr algn="ctr" indent="0" marL="0">
              <a:buNone/>
            </a:pPr>
            <a:r>
              <a:rPr lang="en-US" sz="2000" b="1" dirty="0">
                <a:solidFill>
                  <a:srgbClr val="2378BD"/>
                </a:solidFill>
                <a:latin typeface="Segoe UI Black" pitchFamily="34" charset="0"/>
                <a:ea typeface="Segoe UI Black" pitchFamily="34" charset="-122"/>
                <a:cs typeface="Segoe UI Black" pitchFamily="34" charset="-120"/>
              </a:rPr>
              <a:t>READ</a:t>
            </a:r>
            <a:endParaRPr lang="en-US" sz="2000" dirty="0"/>
          </a:p>
        </p:txBody>
      </p:sp>
      <p:sp>
        <p:nvSpPr>
          <p:cNvPr id="8" name="Text 5"/>
          <p:cNvSpPr/>
          <p:nvPr/>
        </p:nvSpPr>
        <p:spPr>
          <a:xfrm>
            <a:off x="640080" y="2423160"/>
            <a:ext cx="2103120" cy="1005840"/>
          </a:xfrm>
          <a:prstGeom prst="rect">
            <a:avLst/>
          </a:prstGeom>
          <a:noFill/>
          <a:ln/>
        </p:spPr>
        <p:txBody>
          <a:bodyPr wrap="square" rtlCol="0" anchor="t"/>
          <a:lstStyle/>
          <a:p>
            <a:pPr algn="ctr" indent="0" marL="0">
              <a:spcAft>
                <a:spcPts val="600"/>
              </a:spcAft>
              <a:buNone/>
            </a:pPr>
            <a:r>
              <a:rPr lang="en-US" sz="1400" dirty="0">
                <a:solidFill>
                  <a:srgbClr val="2A2140"/>
                </a:solidFill>
                <a:latin typeface="Calibri" pitchFamily="34" charset="0"/>
                <a:ea typeface="Calibri" pitchFamily="34" charset="-122"/>
                <a:cs typeface="Calibri" pitchFamily="34" charset="-120"/>
              </a:rPr>
              <a:t>Count which word follows which.</a:t>
            </a:r>
            <a:endParaRPr lang="en-US" sz="1400" dirty="0"/>
          </a:p>
        </p:txBody>
      </p:sp>
      <p:sp>
        <p:nvSpPr>
          <p:cNvPr id="9" name="Text 6"/>
          <p:cNvSpPr/>
          <p:nvPr/>
        </p:nvSpPr>
        <p:spPr>
          <a:xfrm>
            <a:off x="2944368" y="2240280"/>
            <a:ext cx="365760" cy="457200"/>
          </a:xfrm>
          <a:prstGeom prst="rect">
            <a:avLst/>
          </a:prstGeom>
          <a:noFill/>
          <a:ln/>
        </p:spPr>
        <p:txBody>
          <a:bodyPr wrap="square" rtlCol="0" anchor="ctr"/>
          <a:lstStyle/>
          <a:p>
            <a:pPr algn="ctr" indent="0" marL="0">
              <a:buNone/>
            </a:pPr>
            <a:r>
              <a:rPr lang="en-US" sz="2800" dirty="0">
                <a:solidFill>
                  <a:srgbClr val="6F6785"/>
                </a:solidFill>
                <a:latin typeface="Segoe UI Black" pitchFamily="34" charset="0"/>
                <a:ea typeface="Segoe UI Black" pitchFamily="34" charset="-122"/>
                <a:cs typeface="Segoe UI Black" pitchFamily="34" charset="-120"/>
              </a:rPr>
              <a:t>→</a:t>
            </a:r>
            <a:endParaRPr lang="en-US" sz="2800" dirty="0"/>
          </a:p>
        </p:txBody>
      </p:sp>
      <p:sp>
        <p:nvSpPr>
          <p:cNvPr id="10" name="Shape 7"/>
          <p:cNvSpPr/>
          <p:nvPr/>
        </p:nvSpPr>
        <p:spPr>
          <a:xfrm>
            <a:off x="3337560" y="1389888"/>
            <a:ext cx="2468880" cy="2194560"/>
          </a:xfrm>
          <a:prstGeom prst="roundRect">
            <a:avLst>
              <a:gd name="adj" fmla="val 7500"/>
            </a:avLst>
          </a:prstGeom>
          <a:solidFill>
            <a:srgbClr val="F0E4D0"/>
          </a:solidFill>
          <a:ln w="12700">
            <a:solidFill>
              <a:srgbClr val="F0E4D0"/>
            </a:solidFill>
            <a:prstDash val="solid"/>
          </a:ln>
        </p:spPr>
      </p:sp>
      <p:sp>
        <p:nvSpPr>
          <p:cNvPr id="11" name="Shape 8"/>
          <p:cNvSpPr/>
          <p:nvPr/>
        </p:nvSpPr>
        <p:spPr>
          <a:xfrm>
            <a:off x="3337560" y="1325880"/>
            <a:ext cx="2468880" cy="2194560"/>
          </a:xfrm>
          <a:prstGeom prst="roundRect">
            <a:avLst>
              <a:gd name="adj" fmla="val 7500"/>
            </a:avLst>
          </a:prstGeom>
          <a:solidFill>
            <a:srgbClr val="FFFFFF"/>
          </a:solidFill>
          <a:ln w="12700">
            <a:solidFill>
              <a:srgbClr val="FFFFFF"/>
            </a:solidFill>
            <a:prstDash val="solid"/>
          </a:ln>
        </p:spPr>
      </p:sp>
      <p:sp>
        <p:nvSpPr>
          <p:cNvPr id="12" name="Text 9"/>
          <p:cNvSpPr/>
          <p:nvPr/>
        </p:nvSpPr>
        <p:spPr>
          <a:xfrm>
            <a:off x="3337560" y="1417320"/>
            <a:ext cx="2468880" cy="64008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3" name="Text 10"/>
          <p:cNvSpPr/>
          <p:nvPr/>
        </p:nvSpPr>
        <p:spPr>
          <a:xfrm>
            <a:off x="3337560" y="2011680"/>
            <a:ext cx="2468880" cy="365760"/>
          </a:xfrm>
          <a:prstGeom prst="rect">
            <a:avLst/>
          </a:prstGeom>
          <a:noFill/>
          <a:ln/>
        </p:spPr>
        <p:txBody>
          <a:bodyPr wrap="square" rtlCol="0" anchor="ctr"/>
          <a:lstStyle/>
          <a:p>
            <a:pPr algn="ctr" indent="0" marL="0">
              <a:buNone/>
            </a:pPr>
            <a:r>
              <a:rPr lang="en-US" sz="2000" b="1" dirty="0">
                <a:solidFill>
                  <a:srgbClr val="2378BD"/>
                </a:solidFill>
                <a:latin typeface="Segoe UI Black" pitchFamily="34" charset="0"/>
                <a:ea typeface="Segoe UI Black" pitchFamily="34" charset="-122"/>
                <a:cs typeface="Segoe UI Black" pitchFamily="34" charset="-120"/>
              </a:rPr>
              <a:t>PICK</a:t>
            </a:r>
            <a:endParaRPr lang="en-US" sz="2000" dirty="0"/>
          </a:p>
        </p:txBody>
      </p:sp>
      <p:sp>
        <p:nvSpPr>
          <p:cNvPr id="14" name="Text 11"/>
          <p:cNvSpPr/>
          <p:nvPr/>
        </p:nvSpPr>
        <p:spPr>
          <a:xfrm>
            <a:off x="3520440" y="2423160"/>
            <a:ext cx="2103120" cy="1005840"/>
          </a:xfrm>
          <a:prstGeom prst="rect">
            <a:avLst/>
          </a:prstGeom>
          <a:noFill/>
          <a:ln/>
        </p:spPr>
        <p:txBody>
          <a:bodyPr wrap="square" rtlCol="0" anchor="t"/>
          <a:lstStyle/>
          <a:p>
            <a:pPr algn="ctr" indent="0" marL="0">
              <a:spcAft>
                <a:spcPts val="600"/>
              </a:spcAft>
              <a:buNone/>
            </a:pPr>
            <a:r>
              <a:rPr lang="en-US" sz="1400" dirty="0">
                <a:solidFill>
                  <a:srgbClr val="2A2140"/>
                </a:solidFill>
                <a:latin typeface="Calibri" pitchFamily="34" charset="0"/>
                <a:ea typeface="Calibri" pitchFamily="34" charset="-122"/>
                <a:cs typeface="Calibri" pitchFamily="34" charset="-120"/>
              </a:rPr>
              <a:t>The most likely next word.</a:t>
            </a:r>
            <a:endParaRPr lang="en-US" sz="1400" dirty="0"/>
          </a:p>
        </p:txBody>
      </p:sp>
      <p:sp>
        <p:nvSpPr>
          <p:cNvPr id="15" name="Text 12"/>
          <p:cNvSpPr/>
          <p:nvPr/>
        </p:nvSpPr>
        <p:spPr>
          <a:xfrm>
            <a:off x="5824728" y="2240280"/>
            <a:ext cx="365760" cy="457200"/>
          </a:xfrm>
          <a:prstGeom prst="rect">
            <a:avLst/>
          </a:prstGeom>
          <a:noFill/>
          <a:ln/>
        </p:spPr>
        <p:txBody>
          <a:bodyPr wrap="square" rtlCol="0" anchor="ctr"/>
          <a:lstStyle/>
          <a:p>
            <a:pPr algn="ctr" indent="0" marL="0">
              <a:buNone/>
            </a:pPr>
            <a:r>
              <a:rPr lang="en-US" sz="2800" dirty="0">
                <a:solidFill>
                  <a:srgbClr val="6F6785"/>
                </a:solidFill>
                <a:latin typeface="Segoe UI Black" pitchFamily="34" charset="0"/>
                <a:ea typeface="Segoe UI Black" pitchFamily="34" charset="-122"/>
                <a:cs typeface="Segoe UI Black" pitchFamily="34" charset="-120"/>
              </a:rPr>
              <a:t>→</a:t>
            </a:r>
            <a:endParaRPr lang="en-US" sz="2800" dirty="0"/>
          </a:p>
        </p:txBody>
      </p:sp>
      <p:sp>
        <p:nvSpPr>
          <p:cNvPr id="16" name="Shape 13"/>
          <p:cNvSpPr/>
          <p:nvPr/>
        </p:nvSpPr>
        <p:spPr>
          <a:xfrm>
            <a:off x="6217920" y="1389888"/>
            <a:ext cx="2468880" cy="2194560"/>
          </a:xfrm>
          <a:prstGeom prst="roundRect">
            <a:avLst>
              <a:gd name="adj" fmla="val 7500"/>
            </a:avLst>
          </a:prstGeom>
          <a:solidFill>
            <a:srgbClr val="F0E4D0"/>
          </a:solidFill>
          <a:ln w="12700">
            <a:solidFill>
              <a:srgbClr val="F0E4D0"/>
            </a:solidFill>
            <a:prstDash val="solid"/>
          </a:ln>
        </p:spPr>
      </p:sp>
      <p:sp>
        <p:nvSpPr>
          <p:cNvPr id="17" name="Shape 14"/>
          <p:cNvSpPr/>
          <p:nvPr/>
        </p:nvSpPr>
        <p:spPr>
          <a:xfrm>
            <a:off x="6217920" y="1325880"/>
            <a:ext cx="2468880" cy="2194560"/>
          </a:xfrm>
          <a:prstGeom prst="roundRect">
            <a:avLst>
              <a:gd name="adj" fmla="val 7500"/>
            </a:avLst>
          </a:prstGeom>
          <a:solidFill>
            <a:srgbClr val="FFFFFF"/>
          </a:solidFill>
          <a:ln w="12700">
            <a:solidFill>
              <a:srgbClr val="FFFFFF"/>
            </a:solidFill>
            <a:prstDash val="solid"/>
          </a:ln>
        </p:spPr>
      </p:sp>
      <p:sp>
        <p:nvSpPr>
          <p:cNvPr id="18" name="Text 15"/>
          <p:cNvSpPr/>
          <p:nvPr/>
        </p:nvSpPr>
        <p:spPr>
          <a:xfrm>
            <a:off x="6217920" y="1417320"/>
            <a:ext cx="2468880" cy="640080"/>
          </a:xfrm>
          <a:prstGeom prst="rect">
            <a:avLst/>
          </a:prstGeom>
          <a:noFill/>
          <a:ln/>
        </p:spPr>
        <p:txBody>
          <a:bodyPr wrap="square" rtlCol="0" anchor="ctr"/>
          <a:lstStyle/>
          <a:p>
            <a:pPr algn="ctr" indent="0" marL="0">
              <a:buNone/>
            </a:pPr>
            <a:r>
              <a:rPr lang="en-US" sz="3200" dirty="0">
                <a:solidFill>
                  <a:srgbClr val="000000"/>
                </a:solidFill>
                <a:latin typeface="Calibri" pitchFamily="34" charset="0"/>
                <a:ea typeface="Calibri" pitchFamily="34" charset="-122"/>
                <a:cs typeface="Calibri" pitchFamily="34" charset="-120"/>
              </a:rPr>
              <a:t>🔁</a:t>
            </a:r>
            <a:endParaRPr lang="en-US" sz="3200" dirty="0"/>
          </a:p>
        </p:txBody>
      </p:sp>
      <p:sp>
        <p:nvSpPr>
          <p:cNvPr id="19" name="Text 16"/>
          <p:cNvSpPr/>
          <p:nvPr/>
        </p:nvSpPr>
        <p:spPr>
          <a:xfrm>
            <a:off x="6217920" y="2011680"/>
            <a:ext cx="2468880" cy="365760"/>
          </a:xfrm>
          <a:prstGeom prst="rect">
            <a:avLst/>
          </a:prstGeom>
          <a:noFill/>
          <a:ln/>
        </p:spPr>
        <p:txBody>
          <a:bodyPr wrap="square" rtlCol="0" anchor="ctr"/>
          <a:lstStyle/>
          <a:p>
            <a:pPr algn="ctr" indent="0" marL="0">
              <a:buNone/>
            </a:pPr>
            <a:r>
              <a:rPr lang="en-US" sz="2000" b="1" dirty="0">
                <a:solidFill>
                  <a:srgbClr val="2378BD"/>
                </a:solidFill>
                <a:latin typeface="Segoe UI Black" pitchFamily="34" charset="0"/>
                <a:ea typeface="Segoe UI Black" pitchFamily="34" charset="-122"/>
                <a:cs typeface="Segoe UI Black" pitchFamily="34" charset="-120"/>
              </a:rPr>
              <a:t>REPEAT</a:t>
            </a:r>
            <a:endParaRPr lang="en-US" sz="2000" dirty="0"/>
          </a:p>
        </p:txBody>
      </p:sp>
      <p:sp>
        <p:nvSpPr>
          <p:cNvPr id="20" name="Text 17"/>
          <p:cNvSpPr/>
          <p:nvPr/>
        </p:nvSpPr>
        <p:spPr>
          <a:xfrm>
            <a:off x="6400800" y="2423160"/>
            <a:ext cx="2103120" cy="1005840"/>
          </a:xfrm>
          <a:prstGeom prst="rect">
            <a:avLst/>
          </a:prstGeom>
          <a:noFill/>
          <a:ln/>
        </p:spPr>
        <p:txBody>
          <a:bodyPr wrap="square" rtlCol="0" anchor="t"/>
          <a:lstStyle/>
          <a:p>
            <a:pPr algn="ctr" indent="0" marL="0">
              <a:spcAft>
                <a:spcPts val="600"/>
              </a:spcAft>
              <a:buNone/>
            </a:pPr>
            <a:r>
              <a:rPr lang="en-US" sz="1400" dirty="0">
                <a:solidFill>
                  <a:srgbClr val="2A2140"/>
                </a:solidFill>
                <a:latin typeface="Calibri" pitchFamily="34" charset="0"/>
                <a:ea typeface="Calibri" pitchFamily="34" charset="-122"/>
                <a:cs typeface="Calibri" pitchFamily="34" charset="-120"/>
              </a:rPr>
              <a:t>One word at a time, until a full stop.</a:t>
            </a:r>
            <a:endParaRPr lang="en-US" sz="1400" dirty="0"/>
          </a:p>
        </p:txBody>
      </p:sp>
      <p:sp>
        <p:nvSpPr>
          <p:cNvPr id="21" name="Shape 18"/>
          <p:cNvSpPr/>
          <p:nvPr/>
        </p:nvSpPr>
        <p:spPr>
          <a:xfrm>
            <a:off x="1097280" y="3767328"/>
            <a:ext cx="6949440" cy="777240"/>
          </a:xfrm>
          <a:prstGeom prst="roundRect">
            <a:avLst>
              <a:gd name="adj" fmla="val 21176"/>
            </a:avLst>
          </a:prstGeom>
          <a:solidFill>
            <a:srgbClr val="F0E4D0"/>
          </a:solidFill>
          <a:ln w="12700">
            <a:solidFill>
              <a:srgbClr val="F0E4D0"/>
            </a:solidFill>
            <a:prstDash val="solid"/>
          </a:ln>
        </p:spPr>
      </p:sp>
      <p:sp>
        <p:nvSpPr>
          <p:cNvPr id="22" name="Shape 19"/>
          <p:cNvSpPr/>
          <p:nvPr/>
        </p:nvSpPr>
        <p:spPr>
          <a:xfrm>
            <a:off x="1097280" y="3703320"/>
            <a:ext cx="6949440" cy="777240"/>
          </a:xfrm>
          <a:prstGeom prst="roundRect">
            <a:avLst>
              <a:gd name="adj" fmla="val 21176"/>
            </a:avLst>
          </a:prstGeom>
          <a:solidFill>
            <a:srgbClr val="FFF1DC"/>
          </a:solidFill>
          <a:ln w="12700">
            <a:solidFill>
              <a:srgbClr val="FFF1DC"/>
            </a:solidFill>
            <a:prstDash val="solid"/>
          </a:ln>
        </p:spPr>
      </p:sp>
      <p:sp>
        <p:nvSpPr>
          <p:cNvPr id="23" name="Text 20"/>
          <p:cNvSpPr/>
          <p:nvPr/>
        </p:nvSpPr>
        <p:spPr>
          <a:xfrm>
            <a:off x="1280160" y="3703320"/>
            <a:ext cx="6583680" cy="777240"/>
          </a:xfrm>
          <a:prstGeom prst="rect">
            <a:avLst/>
          </a:prstGeom>
          <a:noFill/>
          <a:ln/>
        </p:spPr>
        <p:txBody>
          <a:bodyPr wrap="square" rtlCol="0" anchor="ctr"/>
          <a:lstStyle/>
          <a:p>
            <a:pPr algn="ctr" indent="0" marL="0">
              <a:buNone/>
            </a:pPr>
            <a:r>
              <a:rPr lang="en-US" sz="1500" b="1" dirty="0">
                <a:solidFill>
                  <a:srgbClr val="2A2140"/>
                </a:solidFill>
                <a:latin typeface="Calibri" pitchFamily="34" charset="0"/>
                <a:ea typeface="Calibri" pitchFamily="34" charset="-122"/>
                <a:cs typeface="Calibri" pitchFamily="34" charset="-120"/>
              </a:rPr>
              <a:t>Very sure and still wrong —</a:t>
            </a:r>
            <a:endParaRPr lang="en-US" sz="1500" dirty="0"/>
          </a:p>
          <a:p>
            <a:pPr algn="ctr" indent="0" marL="0">
              <a:buNone/>
            </a:pPr>
            <a:r>
              <a:rPr lang="en-US" sz="1500" b="1" dirty="0">
                <a:solidFill>
                  <a:srgbClr val="2A2140"/>
                </a:solidFill>
                <a:latin typeface="Calibri" pitchFamily="34" charset="0"/>
                <a:ea typeface="Calibri" pitchFamily="34" charset="-122"/>
                <a:cs typeface="Calibri" pitchFamily="34" charset="-120"/>
              </a:rPr>
              <a:t>remember 'The answer is a confidence.' from last time?</a:t>
            </a:r>
            <a:endParaRPr lang="en-US" sz="15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Nonsense of the day.</a:t>
            </a:r>
            <a:endParaRPr lang="en-US" sz="3400" dirty="0"/>
          </a:p>
        </p:txBody>
      </p:sp>
      <p:sp>
        <p:nvSpPr>
          <p:cNvPr id="4" name="Shape 1"/>
          <p:cNvSpPr/>
          <p:nvPr/>
        </p:nvSpPr>
        <p:spPr>
          <a:xfrm>
            <a:off x="1097280" y="1344168"/>
            <a:ext cx="6949440" cy="2148840"/>
          </a:xfrm>
          <a:prstGeom prst="roundRect">
            <a:avLst>
              <a:gd name="adj" fmla="val 7660"/>
            </a:avLst>
          </a:prstGeom>
          <a:solidFill>
            <a:srgbClr val="F0E4D0"/>
          </a:solidFill>
          <a:ln w="12700">
            <a:solidFill>
              <a:srgbClr val="F0E4D0"/>
            </a:solidFill>
            <a:prstDash val="solid"/>
          </a:ln>
        </p:spPr>
      </p:sp>
      <p:sp>
        <p:nvSpPr>
          <p:cNvPr id="5" name="Shape 2"/>
          <p:cNvSpPr/>
          <p:nvPr/>
        </p:nvSpPr>
        <p:spPr>
          <a:xfrm>
            <a:off x="1097280" y="1280160"/>
            <a:ext cx="6949440" cy="2148840"/>
          </a:xfrm>
          <a:prstGeom prst="roundRect">
            <a:avLst>
              <a:gd name="adj" fmla="val 7660"/>
            </a:avLst>
          </a:prstGeom>
          <a:solidFill>
            <a:srgbClr val="FFFFFF"/>
          </a:solidFill>
          <a:ln w="12700">
            <a:solidFill>
              <a:srgbClr val="FFFFFF"/>
            </a:solidFill>
            <a:prstDash val="solid"/>
          </a:ln>
        </p:spPr>
      </p:sp>
      <p:sp>
        <p:nvSpPr>
          <p:cNvPr id="6" name="Shape 3"/>
          <p:cNvSpPr/>
          <p:nvPr/>
        </p:nvSpPr>
        <p:spPr>
          <a:xfrm>
            <a:off x="1097280" y="1280160"/>
            <a:ext cx="109728" cy="2148840"/>
          </a:xfrm>
          <a:prstGeom prst="roundRect">
            <a:avLst>
              <a:gd name="adj" fmla="val 50000"/>
            </a:avLst>
          </a:prstGeom>
          <a:solidFill>
            <a:srgbClr val="E85D9C"/>
          </a:solidFill>
          <a:ln w="12700">
            <a:solidFill>
              <a:srgbClr val="E85D9C"/>
            </a:solidFill>
            <a:prstDash val="solid"/>
          </a:ln>
        </p:spPr>
      </p:sp>
      <p:sp>
        <p:nvSpPr>
          <p:cNvPr id="7" name="Text 4"/>
          <p:cNvSpPr/>
          <p:nvPr/>
        </p:nvSpPr>
        <p:spPr>
          <a:xfrm>
            <a:off x="1463040" y="1417320"/>
            <a:ext cx="6309360" cy="274320"/>
          </a:xfrm>
          <a:prstGeom prst="rect">
            <a:avLst/>
          </a:prstGeom>
          <a:noFill/>
          <a:ln/>
        </p:spPr>
        <p:txBody>
          <a:bodyPr wrap="square" rtlCol="0" anchor="ctr"/>
          <a:lstStyle/>
          <a:p>
            <a:pPr indent="0" marL="0">
              <a:buNone/>
            </a:pPr>
            <a:r>
              <a:rPr lang="en-US" sz="1000" b="1" spc="100" kern="0" dirty="0">
                <a:solidFill>
                  <a:srgbClr val="E85D9C"/>
                </a:solidFill>
                <a:latin typeface="Calibri" pitchFamily="34" charset="0"/>
                <a:ea typeface="Calibri" pitchFamily="34" charset="-122"/>
                <a:cs typeface="Calibri" pitchFamily="34" charset="-120"/>
              </a:rPr>
              <a:t>NONSENSE OF THE DAY</a:t>
            </a:r>
            <a:endParaRPr lang="en-US" sz="1000" dirty="0"/>
          </a:p>
        </p:txBody>
      </p:sp>
      <p:sp>
        <p:nvSpPr>
          <p:cNvPr id="8" name="Text 5"/>
          <p:cNvSpPr/>
          <p:nvPr/>
        </p:nvSpPr>
        <p:spPr>
          <a:xfrm>
            <a:off x="1463040" y="1737360"/>
            <a:ext cx="6309360" cy="365760"/>
          </a:xfrm>
          <a:prstGeom prst="rect">
            <a:avLst/>
          </a:prstGeom>
          <a:noFill/>
          <a:ln/>
        </p:spPr>
        <p:txBody>
          <a:bodyPr wrap="square" rtlCol="0" anchor="t"/>
          <a:lstStyle/>
          <a:p>
            <a:pPr indent="0" marL="0">
              <a:spcAft>
                <a:spcPts val="600"/>
              </a:spcAft>
              <a:buNone/>
            </a:pPr>
            <a:r>
              <a:rPr lang="en-US" sz="1500" dirty="0">
                <a:solidFill>
                  <a:srgbClr val="6F6785"/>
                </a:solidFill>
                <a:latin typeface="Calibri" pitchFamily="34" charset="0"/>
                <a:ea typeface="Calibri" pitchFamily="34" charset="-122"/>
                <a:cs typeface="Calibri" pitchFamily="34" charset="-120"/>
              </a:rPr>
              <a:t>Maths · What is a prime number?</a:t>
            </a:r>
            <a:endParaRPr lang="en-US" sz="1500" dirty="0"/>
          </a:p>
        </p:txBody>
      </p:sp>
      <p:sp>
        <p:nvSpPr>
          <p:cNvPr id="9" name="Text 6"/>
          <p:cNvSpPr/>
          <p:nvPr/>
        </p:nvSpPr>
        <p:spPr>
          <a:xfrm>
            <a:off x="1463040" y="2103120"/>
            <a:ext cx="6309360" cy="1005840"/>
          </a:xfrm>
          <a:prstGeom prst="rect">
            <a:avLst/>
          </a:prstGeom>
          <a:noFill/>
          <a:ln/>
        </p:spPr>
        <p:txBody>
          <a:bodyPr wrap="square" rtlCol="0" anchor="ctr"/>
          <a:lstStyle/>
          <a:p>
            <a:pPr indent="0" marL="0">
              <a:buNone/>
            </a:pPr>
            <a:r>
              <a:rPr lang="en-US" sz="2400" b="1" dirty="0">
                <a:solidFill>
                  <a:srgbClr val="2A2140"/>
                </a:solidFill>
                <a:latin typeface="Segoe UI Black" pitchFamily="34" charset="0"/>
                <a:ea typeface="Segoe UI Black" pitchFamily="34" charset="-122"/>
                <a:cs typeface="Segoe UI Black" pitchFamily="34" charset="-120"/>
              </a:rPr>
              <a:t>“Later the capital moved away from fatehpur sikri near agra.”</a:t>
            </a:r>
            <a:endParaRPr lang="en-US" sz="2400" dirty="0"/>
          </a:p>
        </p:txBody>
      </p:sp>
      <p:sp>
        <p:nvSpPr>
          <p:cNvPr id="10" name="Text 7"/>
          <p:cNvSpPr/>
          <p:nvPr/>
        </p:nvSpPr>
        <p:spPr>
          <a:xfrm>
            <a:off x="1463040" y="3154680"/>
            <a:ext cx="6309360" cy="365760"/>
          </a:xfrm>
          <a:prstGeom prst="rect">
            <a:avLst/>
          </a:prstGeom>
          <a:noFill/>
          <a:ln/>
        </p:spPr>
        <p:txBody>
          <a:bodyPr wrap="square" rtlCol="0" anchor="t"/>
          <a:lstStyle/>
          <a:p>
            <a:pPr indent="0" marL="0">
              <a:spcAft>
                <a:spcPts val="600"/>
              </a:spcAft>
              <a:buNone/>
            </a:pPr>
            <a:r>
              <a:rPr lang="en-US" sz="1200" b="1" dirty="0">
                <a:solidFill>
                  <a:srgbClr val="6F6785"/>
                </a:solidFill>
                <a:latin typeface="Calibri" pitchFamily="34" charset="0"/>
                <a:ea typeface="Calibri" pitchFamily="34" charset="-122"/>
                <a:cs typeface="Calibri" pitchFamily="34" charset="-120"/>
              </a:rPr>
              <a:t>It recognised 0 of 2 words. It answered anyway.</a:t>
            </a:r>
            <a:endParaRPr lang="en-US" sz="1200" dirty="0"/>
          </a:p>
        </p:txBody>
      </p:sp>
      <p:sp>
        <p:nvSpPr>
          <p:cNvPr id="11" name="Text 8"/>
          <p:cNvSpPr/>
          <p:nvPr/>
        </p:nvSpPr>
        <p:spPr>
          <a:xfrm>
            <a:off x="457200" y="3611880"/>
            <a:ext cx="8229600" cy="868680"/>
          </a:xfrm>
          <a:prstGeom prst="rect">
            <a:avLst/>
          </a:prstGeom>
          <a:noFill/>
          <a:ln/>
        </p:spPr>
        <p:txBody>
          <a:bodyPr wrap="square" rtlCol="0" anchor="ctr"/>
          <a:lstStyle/>
          <a:p>
            <a:pPr algn="ctr" indent="0" marL="0">
              <a:buNone/>
            </a:pPr>
            <a:r>
              <a:rPr lang="en-US" sz="2100" b="1" dirty="0">
                <a:solidFill>
                  <a:srgbClr val="D9651F"/>
                </a:solidFill>
                <a:latin typeface="Segoe UI Black" pitchFamily="34" charset="0"/>
                <a:ea typeface="Segoe UI Black" pitchFamily="34" charset="-122"/>
                <a:cs typeface="Segoe UI Black" pitchFamily="34" charset="-120"/>
              </a:rPr>
              <a:t>It answered anyway. That is not lying.</a:t>
            </a:r>
            <a:endParaRPr lang="en-US" sz="2100" dirty="0"/>
          </a:p>
          <a:p>
            <a:pPr algn="ctr" indent="0" marL="0">
              <a:buNone/>
            </a:pPr>
            <a:r>
              <a:rPr lang="en-US" sz="2100" b="1" dirty="0">
                <a:solidFill>
                  <a:srgbClr val="D9651F"/>
                </a:solidFill>
                <a:latin typeface="Segoe UI Black" pitchFamily="34" charset="0"/>
                <a:ea typeface="Segoe UI Black" pitchFamily="34" charset="-122"/>
                <a:cs typeface="Segoe UI Black" pitchFamily="34" charset="-120"/>
              </a:rPr>
              <a:t>It has nothing else to say.</a:t>
            </a:r>
            <a:endParaRPr lang="en-US" sz="2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Part 2 · Train your bot.</a:t>
            </a:r>
            <a:endParaRPr lang="en-US" sz="3400" dirty="0"/>
          </a:p>
        </p:txBody>
      </p:sp>
      <p:pic>
        <p:nvPicPr>
          <p:cNvPr id="4" name="Image 0" descr="slides/img/a2-trainbot-phone.png">    </p:cNvPr>
          <p:cNvPicPr>
            <a:picLocks noChangeAspect="1"/>
          </p:cNvPicPr>
          <p:nvPr/>
        </p:nvPicPr>
        <p:blipFill>
          <a:blip r:embed="rId1"/>
          <a:srcRect l="0" r="0" t="0" b="0"/>
          <a:stretch/>
        </p:blipFill>
        <p:spPr>
          <a:xfrm>
            <a:off x="640080" y="1188720"/>
            <a:ext cx="1018493" cy="3246120"/>
          </a:xfrm>
          <a:prstGeom prst="rect">
            <a:avLst/>
          </a:prstGeom>
        </p:spPr>
      </p:pic>
      <p:sp>
        <p:nvSpPr>
          <p:cNvPr id="5" name="Text 1"/>
          <p:cNvSpPr/>
          <p:nvPr/>
        </p:nvSpPr>
        <p:spPr>
          <a:xfrm>
            <a:off x="457200" y="4480560"/>
            <a:ext cx="1384253" cy="274320"/>
          </a:xfrm>
          <a:prstGeom prst="rect">
            <a:avLst/>
          </a:prstGeom>
          <a:noFill/>
          <a:ln/>
        </p:spPr>
        <p:txBody>
          <a:bodyPr wrap="square" rtlCol="0" anchor="t"/>
          <a:lstStyle/>
          <a:p>
            <a:pPr algn="ctr" indent="0" marL="0">
              <a:spcAft>
                <a:spcPts val="600"/>
              </a:spcAft>
              <a:buNone/>
            </a:pPr>
            <a:r>
              <a:rPr lang="en-US" sz="1000" dirty="0">
                <a:solidFill>
                  <a:srgbClr val="6F6785"/>
                </a:solidFill>
                <a:latin typeface="Calibri" pitchFamily="34" charset="0"/>
                <a:ea typeface="Calibri" pitchFamily="34" charset="-122"/>
                <a:cs typeface="Calibri" pitchFamily="34" charset="-120"/>
              </a:rPr>
              <a:t>student view</a:t>
            </a:r>
            <a:endParaRPr lang="en-US" sz="1000" dirty="0"/>
          </a:p>
        </p:txBody>
      </p:sp>
      <p:sp>
        <p:nvSpPr>
          <p:cNvPr id="6" name="Shape 2"/>
          <p:cNvSpPr/>
          <p:nvPr/>
        </p:nvSpPr>
        <p:spPr>
          <a:xfrm>
            <a:off x="2011680" y="1252728"/>
            <a:ext cx="6675120" cy="987552"/>
          </a:xfrm>
          <a:prstGeom prst="roundRect">
            <a:avLst>
              <a:gd name="adj" fmla="val 16667"/>
            </a:avLst>
          </a:prstGeom>
          <a:solidFill>
            <a:srgbClr val="F0E4D0"/>
          </a:solidFill>
          <a:ln w="12700">
            <a:solidFill>
              <a:srgbClr val="F0E4D0"/>
            </a:solidFill>
            <a:prstDash val="solid"/>
          </a:ln>
        </p:spPr>
      </p:sp>
      <p:sp>
        <p:nvSpPr>
          <p:cNvPr id="7" name="Shape 3"/>
          <p:cNvSpPr/>
          <p:nvPr/>
        </p:nvSpPr>
        <p:spPr>
          <a:xfrm>
            <a:off x="2011680" y="1188720"/>
            <a:ext cx="6675120" cy="987552"/>
          </a:xfrm>
          <a:prstGeom prst="roundRect">
            <a:avLst>
              <a:gd name="adj" fmla="val 16667"/>
            </a:avLst>
          </a:prstGeom>
          <a:solidFill>
            <a:srgbClr val="FFFFFF"/>
          </a:solidFill>
          <a:ln w="12700">
            <a:solidFill>
              <a:srgbClr val="FFFFFF"/>
            </a:solidFill>
            <a:prstDash val="solid"/>
          </a:ln>
        </p:spPr>
      </p:sp>
      <p:sp>
        <p:nvSpPr>
          <p:cNvPr id="8" name="Text 4"/>
          <p:cNvSpPr/>
          <p:nvPr/>
        </p:nvSpPr>
        <p:spPr>
          <a:xfrm>
            <a:off x="1783080" y="1517904"/>
            <a:ext cx="45720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5"/>
          <p:cNvSpPr/>
          <p:nvPr/>
        </p:nvSpPr>
        <p:spPr>
          <a:xfrm>
            <a:off x="2286000" y="1362456"/>
            <a:ext cx="640080" cy="64008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0" name="Text 6"/>
          <p:cNvSpPr/>
          <p:nvPr/>
        </p:nvSpPr>
        <p:spPr>
          <a:xfrm>
            <a:off x="2971800" y="1280160"/>
            <a:ext cx="5532120" cy="502920"/>
          </a:xfrm>
          <a:prstGeom prst="rect">
            <a:avLst/>
          </a:prstGeom>
          <a:noFill/>
          <a:ln/>
        </p:spPr>
        <p:txBody>
          <a:bodyPr wrap="square" rtlCol="0" anchor="ctr"/>
          <a:lstStyle/>
          <a:p>
            <a:pPr indent="0" marL="0">
              <a:buNone/>
            </a:pPr>
            <a:r>
              <a:rPr lang="en-US" sz="1600" b="1" dirty="0">
                <a:solidFill>
                  <a:srgbClr val="2A2140"/>
                </a:solidFill>
                <a:latin typeface="Segoe UI Black" pitchFamily="34" charset="0"/>
                <a:ea typeface="Segoe UI Black" pitchFamily="34" charset="-122"/>
                <a:cs typeface="Segoe UI Black" pitchFamily="34" charset="-120"/>
              </a:rPr>
              <a:t>Tick what it reads — that is everything it will ever know.</a:t>
            </a:r>
            <a:endParaRPr lang="en-US" sz="1600" dirty="0"/>
          </a:p>
        </p:txBody>
      </p:sp>
      <p:sp>
        <p:nvSpPr>
          <p:cNvPr id="11" name="Text 7"/>
          <p:cNvSpPr/>
          <p:nvPr/>
        </p:nvSpPr>
        <p:spPr>
          <a:xfrm>
            <a:off x="2971800" y="1783080"/>
            <a:ext cx="5532120" cy="36576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Train your bot → Train my bot</a:t>
            </a:r>
            <a:endParaRPr lang="en-US" sz="1150" dirty="0"/>
          </a:p>
        </p:txBody>
      </p:sp>
      <p:sp>
        <p:nvSpPr>
          <p:cNvPr id="12" name="Shape 8"/>
          <p:cNvSpPr/>
          <p:nvPr/>
        </p:nvSpPr>
        <p:spPr>
          <a:xfrm>
            <a:off x="2011680" y="2350008"/>
            <a:ext cx="6675120" cy="987552"/>
          </a:xfrm>
          <a:prstGeom prst="roundRect">
            <a:avLst>
              <a:gd name="adj" fmla="val 16667"/>
            </a:avLst>
          </a:prstGeom>
          <a:solidFill>
            <a:srgbClr val="F0E4D0"/>
          </a:solidFill>
          <a:ln w="12700">
            <a:solidFill>
              <a:srgbClr val="F0E4D0"/>
            </a:solidFill>
            <a:prstDash val="solid"/>
          </a:ln>
        </p:spPr>
      </p:sp>
      <p:sp>
        <p:nvSpPr>
          <p:cNvPr id="13" name="Shape 9"/>
          <p:cNvSpPr/>
          <p:nvPr/>
        </p:nvSpPr>
        <p:spPr>
          <a:xfrm>
            <a:off x="2011680" y="2286000"/>
            <a:ext cx="6675120" cy="987552"/>
          </a:xfrm>
          <a:prstGeom prst="roundRect">
            <a:avLst>
              <a:gd name="adj" fmla="val 16667"/>
            </a:avLst>
          </a:prstGeom>
          <a:solidFill>
            <a:srgbClr val="FFFFFF"/>
          </a:solidFill>
          <a:ln w="12700">
            <a:solidFill>
              <a:srgbClr val="FFFFFF"/>
            </a:solidFill>
            <a:prstDash val="solid"/>
          </a:ln>
        </p:spPr>
      </p:sp>
      <p:sp>
        <p:nvSpPr>
          <p:cNvPr id="14" name="Text 10"/>
          <p:cNvSpPr/>
          <p:nvPr/>
        </p:nvSpPr>
        <p:spPr>
          <a:xfrm>
            <a:off x="1783080" y="2615184"/>
            <a:ext cx="45720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1"/>
          <p:cNvSpPr/>
          <p:nvPr/>
        </p:nvSpPr>
        <p:spPr>
          <a:xfrm>
            <a:off x="2286000" y="2459736"/>
            <a:ext cx="640080" cy="64008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6" name="Text 12"/>
          <p:cNvSpPr/>
          <p:nvPr/>
        </p:nvSpPr>
        <p:spPr>
          <a:xfrm>
            <a:off x="2971800" y="2377440"/>
            <a:ext cx="5532120" cy="502920"/>
          </a:xfrm>
          <a:prstGeom prst="rect">
            <a:avLst/>
          </a:prstGeom>
          <a:noFill/>
          <a:ln/>
        </p:spPr>
        <p:txBody>
          <a:bodyPr wrap="square" rtlCol="0" anchor="ctr"/>
          <a:lstStyle/>
          <a:p>
            <a:pPr indent="0" marL="0">
              <a:buNone/>
            </a:pPr>
            <a:r>
              <a:rPr lang="en-US" sz="1600" b="1" dirty="0">
                <a:solidFill>
                  <a:srgbClr val="2A2140"/>
                </a:solidFill>
                <a:latin typeface="Segoe UI Black" pitchFamily="34" charset="0"/>
                <a:ea typeface="Segoe UI Black" pitchFamily="34" charset="-122"/>
                <a:cs typeface="Segoe UI Black" pitchFamily="34" charset="-120"/>
              </a:rPr>
              <a:t>One phone per team sends. Agree first.</a:t>
            </a:r>
            <a:endParaRPr lang="en-US" sz="1600" dirty="0"/>
          </a:p>
        </p:txBody>
      </p:sp>
      <p:sp>
        <p:nvSpPr>
          <p:cNvPr id="17" name="Text 13"/>
          <p:cNvSpPr/>
          <p:nvPr/>
        </p:nvSpPr>
        <p:spPr>
          <a:xfrm>
            <a:off x="2971800" y="2880360"/>
            <a:ext cx="5532120" cy="36576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Send my bot to the class</a:t>
            </a:r>
            <a:endParaRPr lang="en-US" sz="1150" dirty="0"/>
          </a:p>
        </p:txBody>
      </p:sp>
      <p:sp>
        <p:nvSpPr>
          <p:cNvPr id="18" name="Shape 14"/>
          <p:cNvSpPr/>
          <p:nvPr/>
        </p:nvSpPr>
        <p:spPr>
          <a:xfrm>
            <a:off x="2011680" y="3447288"/>
            <a:ext cx="6675120" cy="987552"/>
          </a:xfrm>
          <a:prstGeom prst="roundRect">
            <a:avLst>
              <a:gd name="adj" fmla="val 16667"/>
            </a:avLst>
          </a:prstGeom>
          <a:solidFill>
            <a:srgbClr val="F0E4D0"/>
          </a:solidFill>
          <a:ln w="12700">
            <a:solidFill>
              <a:srgbClr val="F0E4D0"/>
            </a:solidFill>
            <a:prstDash val="solid"/>
          </a:ln>
        </p:spPr>
      </p:sp>
      <p:sp>
        <p:nvSpPr>
          <p:cNvPr id="19" name="Shape 15"/>
          <p:cNvSpPr/>
          <p:nvPr/>
        </p:nvSpPr>
        <p:spPr>
          <a:xfrm>
            <a:off x="2011680" y="3383280"/>
            <a:ext cx="6675120" cy="987552"/>
          </a:xfrm>
          <a:prstGeom prst="roundRect">
            <a:avLst>
              <a:gd name="adj" fmla="val 16667"/>
            </a:avLst>
          </a:prstGeom>
          <a:solidFill>
            <a:srgbClr val="FFFFFF"/>
          </a:solidFill>
          <a:ln w="12700">
            <a:solidFill>
              <a:srgbClr val="FFFFFF"/>
            </a:solidFill>
            <a:prstDash val="solid"/>
          </a:ln>
        </p:spPr>
      </p:sp>
      <p:sp>
        <p:nvSpPr>
          <p:cNvPr id="20" name="Text 16"/>
          <p:cNvSpPr/>
          <p:nvPr/>
        </p:nvSpPr>
        <p:spPr>
          <a:xfrm>
            <a:off x="1783080" y="3712464"/>
            <a:ext cx="457200" cy="329184"/>
          </a:xfrm>
          <a:prstGeom prst="roundRect">
            <a:avLst>
              <a:gd name="adj" fmla="val 50000"/>
            </a:avLst>
          </a:prstGeom>
          <a:solidFill>
            <a:srgbClr val="FF8A3D"/>
          </a:solidFill>
          <a:ln>
            <a:solidFill>
              <a:srgbClr val="FF8A3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7"/>
          <p:cNvSpPr/>
          <p:nvPr/>
        </p:nvSpPr>
        <p:spPr>
          <a:xfrm>
            <a:off x="2286000" y="3557016"/>
            <a:ext cx="640080" cy="640080"/>
          </a:xfrm>
          <a:prstGeom prst="rect">
            <a:avLst/>
          </a:prstGeom>
          <a:noFill/>
          <a:ln/>
        </p:spPr>
        <p:txBody>
          <a:bodyPr wrap="square" rtlCol="0" anchor="ctr"/>
          <a:lstStyle/>
          <a:p>
            <a:pPr algn="ctr" indent="0" marL="0">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2" name="Text 18"/>
          <p:cNvSpPr/>
          <p:nvPr/>
        </p:nvSpPr>
        <p:spPr>
          <a:xfrm>
            <a:off x="2971800" y="3474720"/>
            <a:ext cx="5532120" cy="502920"/>
          </a:xfrm>
          <a:prstGeom prst="rect">
            <a:avLst/>
          </a:prstGeom>
          <a:noFill/>
          <a:ln/>
        </p:spPr>
        <p:txBody>
          <a:bodyPr wrap="square" rtlCol="0" anchor="ctr"/>
          <a:lstStyle/>
          <a:p>
            <a:pPr indent="0" marL="0">
              <a:buNone/>
            </a:pPr>
            <a:r>
              <a:rPr lang="en-US" sz="1600" b="1" dirty="0">
                <a:solidFill>
                  <a:srgbClr val="2A2140"/>
                </a:solidFill>
                <a:latin typeface="Segoe UI Black" pitchFamily="34" charset="0"/>
                <a:ea typeface="Segoe UI Black" pitchFamily="34" charset="-122"/>
                <a:cs typeface="Segoe UI Black" pitchFamily="34" charset="-120"/>
              </a:rPr>
              <a:t>Ask it about its topic, then about something else.</a:t>
            </a:r>
            <a:endParaRPr lang="en-US" sz="1600" dirty="0"/>
          </a:p>
        </p:txBody>
      </p:sp>
      <p:sp>
        <p:nvSpPr>
          <p:cNvPr id="23" name="Text 19"/>
          <p:cNvSpPr/>
          <p:nvPr/>
        </p:nvSpPr>
        <p:spPr>
          <a:xfrm>
            <a:off x="2971800" y="3977640"/>
            <a:ext cx="5532120" cy="365760"/>
          </a:xfrm>
          <a:prstGeom prst="rect">
            <a:avLst/>
          </a:prstGeom>
          <a:noFill/>
          <a:ln/>
        </p:spPr>
        <p:txBody>
          <a:bodyPr wrap="square" rtlCol="0" anchor="t"/>
          <a:lstStyle/>
          <a:p>
            <a:pPr indent="0" marL="0">
              <a:spcAft>
                <a:spcPts val="600"/>
              </a:spcAft>
              <a:buNone/>
            </a:pPr>
            <a:r>
              <a:rPr lang="en-US" sz="1150" dirty="0">
                <a:solidFill>
                  <a:srgbClr val="6F6785"/>
                </a:solidFill>
                <a:latin typeface="Calibri" pitchFamily="34" charset="0"/>
                <a:ea typeface="Calibri" pitchFamily="34" charset="-122"/>
                <a:cs typeface="Calibri" pitchFamily="34" charset="-120"/>
              </a:rPr>
              <a:t>Try it → Test your bot…</a:t>
            </a:r>
            <a:endParaRPr lang="en-US" sz="115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Cross-examination.</a:t>
            </a:r>
            <a:endParaRPr lang="en-US" sz="3400" dirty="0"/>
          </a:p>
        </p:txBody>
      </p:sp>
      <p:pic>
        <p:nvPicPr>
          <p:cNvPr id="4" name="Image 0" descr="slides/img/a2-exam-strips.png">    </p:cNvPr>
          <p:cNvPicPr>
            <a:picLocks noChangeAspect="1"/>
          </p:cNvPicPr>
          <p:nvPr/>
        </p:nvPicPr>
        <p:blipFill>
          <a:blip r:embed="rId1"/>
          <a:srcRect l="0" r="0" t="0" b="0"/>
          <a:stretch/>
        </p:blipFill>
        <p:spPr>
          <a:xfrm>
            <a:off x="1097280" y="1188720"/>
            <a:ext cx="6949440" cy="2323719"/>
          </a:xfrm>
          <a:prstGeom prst="rect">
            <a:avLst/>
          </a:prstGeom>
        </p:spPr>
      </p:pic>
      <p:sp>
        <p:nvSpPr>
          <p:cNvPr id="5" name="Text 1"/>
          <p:cNvSpPr/>
          <p:nvPr/>
        </p:nvSpPr>
        <p:spPr>
          <a:xfrm>
            <a:off x="457200" y="3603879"/>
            <a:ext cx="8229600" cy="502920"/>
          </a:xfrm>
          <a:prstGeom prst="rect">
            <a:avLst/>
          </a:prstGeom>
          <a:noFill/>
          <a:ln/>
        </p:spPr>
        <p:txBody>
          <a:bodyPr wrap="square" rtlCol="0" anchor="ctr"/>
          <a:lstStyle/>
          <a:p>
            <a:pPr algn="ctr" indent="0" marL="0">
              <a:buNone/>
            </a:pPr>
            <a:r>
              <a:rPr lang="en-US" sz="2100" b="1" dirty="0">
                <a:solidFill>
                  <a:srgbClr val="2A2140"/>
                </a:solidFill>
                <a:latin typeface="Segoe UI Black" pitchFamily="34" charset="0"/>
                <a:ea typeface="Segoe UI Black" pitchFamily="34" charset="-122"/>
                <a:cs typeface="Segoe UI Black" pitchFamily="34" charset="-120"/>
              </a:rPr>
              <a:t>Every bot has one bump. Where is it? That is what it read.</a:t>
            </a:r>
            <a:endParaRPr lang="en-US" sz="2100" dirty="0"/>
          </a:p>
        </p:txBody>
      </p:sp>
      <p:sp>
        <p:nvSpPr>
          <p:cNvPr id="6" name="Text 2"/>
          <p:cNvSpPr/>
          <p:nvPr/>
        </p:nvSpPr>
        <p:spPr>
          <a:xfrm>
            <a:off x="640080" y="4206240"/>
            <a:ext cx="3840480" cy="365760"/>
          </a:xfrm>
          <a:prstGeom prst="roundRect">
            <a:avLst>
              <a:gd name="adj" fmla="val 52500"/>
            </a:avLst>
          </a:prstGeom>
          <a:solidFill>
            <a:srgbClr val="FFFFFF"/>
          </a:solidFill>
          <a:ln>
            <a:solidFill>
              <a:srgbClr val="FFFFFF"/>
            </a:solidFill>
          </a:ln>
        </p:spPr>
        <p:txBody>
          <a:bodyPr wrap="square" rtlCol="0" anchor="ctr"/>
          <a:lstStyle/>
          <a:p>
            <a:pPr algn="ctr" indent="0" marL="0">
              <a:buNone/>
            </a:pPr>
            <a:r>
              <a:rPr lang="en-US" sz="1150" b="1" dirty="0">
                <a:solidFill>
                  <a:srgbClr val="6F6785"/>
                </a:solidFill>
                <a:latin typeface="Calibri" pitchFamily="34" charset="0"/>
                <a:ea typeface="Calibri" pitchFamily="34" charset="-122"/>
                <a:cs typeface="Calibri" pitchFamily="34" charset="-120"/>
              </a:rPr>
              <a:t>OWN TEAM  —  your own team's votes don't count</a:t>
            </a:r>
            <a:endParaRPr lang="en-US" sz="1150" dirty="0"/>
          </a:p>
        </p:txBody>
      </p:sp>
      <p:sp>
        <p:nvSpPr>
          <p:cNvPr id="7" name="Text 3"/>
          <p:cNvSpPr/>
          <p:nvPr/>
        </p:nvSpPr>
        <p:spPr>
          <a:xfrm>
            <a:off x="4663440" y="4206240"/>
            <a:ext cx="3840480" cy="365760"/>
          </a:xfrm>
          <a:prstGeom prst="roundRect">
            <a:avLst>
              <a:gd name="adj" fmla="val 52500"/>
            </a:avLst>
          </a:prstGeom>
          <a:solidFill>
            <a:srgbClr val="2FA866"/>
          </a:solidFill>
          <a:ln>
            <a:solidFill>
              <a:srgbClr val="2FA866"/>
            </a:solid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STRANGERS  14%  the only score that matters</a:t>
            </a:r>
            <a:endParaRPr lang="en-US" sz="115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nvSpPr>
        <p:spPr>
          <a:xfrm>
            <a:off x="457200" y="292608"/>
            <a:ext cx="8229600" cy="822960"/>
          </a:xfrm>
          <a:prstGeom prst="rect">
            <a:avLst/>
          </a:prstGeom>
          <a:noFill/>
          <a:ln/>
        </p:spPr>
        <p:txBody>
          <a:bodyPr wrap="square" rtlCol="0" anchor="ctr"/>
          <a:lstStyle/>
          <a:p>
            <a:pPr indent="0" marL="0">
              <a:buNone/>
            </a:pPr>
            <a:r>
              <a:rPr lang="en-US" sz="3400" b="1" dirty="0">
                <a:solidFill>
                  <a:srgbClr val="2A2140"/>
                </a:solidFill>
                <a:latin typeface="Segoe UI Black" pitchFamily="34" charset="0"/>
                <a:ea typeface="Segoe UI Black" pitchFamily="34" charset="-122"/>
                <a:cs typeface="Segoe UI Black" pitchFamily="34" charset="-120"/>
              </a:rPr>
              <a:t>The big ones.</a:t>
            </a:r>
            <a:endParaRPr lang="en-US" sz="3400" dirty="0"/>
          </a:p>
        </p:txBody>
      </p:sp>
      <p:sp>
        <p:nvSpPr>
          <p:cNvPr id="4" name="Shape 1"/>
          <p:cNvSpPr/>
          <p:nvPr/>
        </p:nvSpPr>
        <p:spPr>
          <a:xfrm>
            <a:off x="457200" y="1298448"/>
            <a:ext cx="5029200" cy="2971800"/>
          </a:xfrm>
          <a:prstGeom prst="roundRect">
            <a:avLst>
              <a:gd name="adj" fmla="val 5538"/>
            </a:avLst>
          </a:prstGeom>
          <a:solidFill>
            <a:srgbClr val="F0E4D0"/>
          </a:solidFill>
          <a:ln w="12700">
            <a:solidFill>
              <a:srgbClr val="F0E4D0"/>
            </a:solidFill>
            <a:prstDash val="solid"/>
          </a:ln>
        </p:spPr>
      </p:sp>
      <p:sp>
        <p:nvSpPr>
          <p:cNvPr id="5" name="Shape 2"/>
          <p:cNvSpPr/>
          <p:nvPr/>
        </p:nvSpPr>
        <p:spPr>
          <a:xfrm>
            <a:off x="457200" y="1234440"/>
            <a:ext cx="5029200" cy="2971800"/>
          </a:xfrm>
          <a:prstGeom prst="roundRect">
            <a:avLst>
              <a:gd name="adj" fmla="val 5538"/>
            </a:avLst>
          </a:prstGeom>
          <a:solidFill>
            <a:srgbClr val="FFFFFF"/>
          </a:solidFill>
          <a:ln w="12700">
            <a:solidFill>
              <a:srgbClr val="FFFFFF"/>
            </a:solidFill>
            <a:prstDash val="solid"/>
          </a:ln>
        </p:spPr>
      </p:sp>
      <p:sp>
        <p:nvSpPr>
          <p:cNvPr id="6" name="Text 3"/>
          <p:cNvSpPr/>
          <p:nvPr/>
        </p:nvSpPr>
        <p:spPr>
          <a:xfrm>
            <a:off x="731520" y="1371600"/>
            <a:ext cx="4480560" cy="2697480"/>
          </a:xfrm>
          <a:prstGeom prst="rect">
            <a:avLst/>
          </a:prstGeom>
          <a:noFill/>
          <a:ln/>
        </p:spPr>
        <p:txBody>
          <a:bodyPr wrap="square" rtlCol="0" anchor="ctr"/>
          <a:lstStyle/>
          <a:p>
            <a:pPr indent="0" marL="0">
              <a:buNone/>
            </a:pPr>
            <a:r>
              <a:rPr lang="en-US" sz="1700" dirty="0">
                <a:solidFill>
                  <a:srgbClr val="2A2140"/>
                </a:solidFill>
                <a:latin typeface="Calibri" pitchFamily="34" charset="0"/>
                <a:ea typeface="Calibri" pitchFamily="34" charset="-122"/>
                <a:cs typeface="Calibri" pitchFamily="34" charset="-120"/>
              </a:rPr>
              <a:t>A language model only says what it has read, one word at a time, confidently, about anything. The big ones have read millions of times more, so the mistakes are rarer and harder to spot. </a:t>
            </a:r>
            <a:pPr indent="0" marL="0">
              <a:buNone/>
            </a:pPr>
            <a:r>
              <a:rPr lang="en-US" sz="1700" b="1" dirty="0">
                <a:solidFill>
                  <a:srgbClr val="D9651F"/>
                </a:solidFill>
                <a:latin typeface="Calibri" pitchFamily="34" charset="0"/>
                <a:ea typeface="Calibri" pitchFamily="34" charset="-122"/>
                <a:cs typeface="Calibri" pitchFamily="34" charset="-120"/>
              </a:rPr>
              <a:t>What did it read, and who chose that?</a:t>
            </a:r>
            <a:endParaRPr lang="en-US" sz="1700" dirty="0"/>
          </a:p>
        </p:txBody>
      </p:sp>
      <p:sp>
        <p:nvSpPr>
          <p:cNvPr id="7" name="Shape 4"/>
          <p:cNvSpPr/>
          <p:nvPr/>
        </p:nvSpPr>
        <p:spPr>
          <a:xfrm>
            <a:off x="5760720" y="1298448"/>
            <a:ext cx="2926080" cy="2971800"/>
          </a:xfrm>
          <a:prstGeom prst="roundRect">
            <a:avLst>
              <a:gd name="adj" fmla="val 5625"/>
            </a:avLst>
          </a:prstGeom>
          <a:solidFill>
            <a:srgbClr val="F0E4D0"/>
          </a:solidFill>
          <a:ln w="12700">
            <a:solidFill>
              <a:srgbClr val="F0E4D0"/>
            </a:solidFill>
            <a:prstDash val="solid"/>
          </a:ln>
        </p:spPr>
      </p:sp>
      <p:sp>
        <p:nvSpPr>
          <p:cNvPr id="8" name="Shape 5"/>
          <p:cNvSpPr/>
          <p:nvPr/>
        </p:nvSpPr>
        <p:spPr>
          <a:xfrm>
            <a:off x="5760720" y="1234440"/>
            <a:ext cx="2926080" cy="2971800"/>
          </a:xfrm>
          <a:prstGeom prst="roundRect">
            <a:avLst>
              <a:gd name="adj" fmla="val 5625"/>
            </a:avLst>
          </a:prstGeom>
          <a:solidFill>
            <a:srgbClr val="FFF1DC"/>
          </a:solidFill>
          <a:ln w="12700">
            <a:solidFill>
              <a:srgbClr val="FFF1DC"/>
            </a:solidFill>
            <a:prstDash val="solid"/>
          </a:ln>
        </p:spPr>
      </p:sp>
      <p:sp>
        <p:nvSpPr>
          <p:cNvPr id="9" name="Text 6"/>
          <p:cNvSpPr/>
          <p:nvPr/>
        </p:nvSpPr>
        <p:spPr>
          <a:xfrm>
            <a:off x="5943600" y="1371600"/>
            <a:ext cx="2560320" cy="274320"/>
          </a:xfrm>
          <a:prstGeom prst="rect">
            <a:avLst/>
          </a:prstGeom>
          <a:noFill/>
          <a:ln/>
        </p:spPr>
        <p:txBody>
          <a:bodyPr wrap="square" rtlCol="0" anchor="ctr"/>
          <a:lstStyle/>
          <a:p>
            <a:pPr indent="0" marL="0">
              <a:buNone/>
            </a:pPr>
            <a:r>
              <a:rPr lang="en-US" sz="1000" b="1" spc="100" kern="0" dirty="0">
                <a:solidFill>
                  <a:srgbClr val="D9651F"/>
                </a:solidFill>
                <a:latin typeface="Calibri" pitchFamily="34" charset="0"/>
                <a:ea typeface="Calibri" pitchFamily="34" charset="-122"/>
                <a:cs typeface="Calibri" pitchFamily="34" charset="-120"/>
              </a:rPr>
              <a:t>EXIT TICKET</a:t>
            </a:r>
            <a:endParaRPr lang="en-US" sz="1000" dirty="0"/>
          </a:p>
        </p:txBody>
      </p:sp>
      <p:sp>
        <p:nvSpPr>
          <p:cNvPr id="10" name="Text 7"/>
          <p:cNvSpPr/>
          <p:nvPr/>
        </p:nvSpPr>
        <p:spPr>
          <a:xfrm>
            <a:off x="5943600" y="1691640"/>
            <a:ext cx="2560320" cy="2011680"/>
          </a:xfrm>
          <a:prstGeom prst="rect">
            <a:avLst/>
          </a:prstGeom>
          <a:noFill/>
          <a:ln/>
        </p:spPr>
        <p:txBody>
          <a:bodyPr wrap="square" rtlCol="0" anchor="t"/>
          <a:lstStyle/>
          <a:p>
            <a:pPr indent="0" marL="0">
              <a:buNone/>
            </a:pPr>
            <a:r>
              <a:rPr lang="en-US" sz="1500" b="1" dirty="0">
                <a:solidFill>
                  <a:srgbClr val="2A2140"/>
                </a:solidFill>
                <a:latin typeface="Segoe UI Black" pitchFamily="34" charset="0"/>
                <a:ea typeface="Segoe UI Black" pitchFamily="34" charset="-122"/>
                <a:cs typeface="Segoe UI Black" pitchFamily="34" charset="-120"/>
              </a:rPr>
              <a:t>Name one thing you asked a chatbot this month. What might it have read to answer? Who chose that?</a:t>
            </a:r>
            <a:endParaRPr lang="en-US" sz="1500" dirty="0"/>
          </a:p>
        </p:txBody>
      </p:sp>
      <p:sp>
        <p:nvSpPr>
          <p:cNvPr id="11" name="Text 8"/>
          <p:cNvSpPr/>
          <p:nvPr/>
        </p:nvSpPr>
        <p:spPr>
          <a:xfrm>
            <a:off x="5943600" y="3749040"/>
            <a:ext cx="2560320" cy="365760"/>
          </a:xfrm>
          <a:prstGeom prst="rect">
            <a:avLst/>
          </a:prstGeom>
          <a:noFill/>
          <a:ln/>
        </p:spPr>
        <p:txBody>
          <a:bodyPr wrap="square" rtlCol="0" anchor="t"/>
          <a:lstStyle/>
          <a:p>
            <a:pPr indent="0" marL="0">
              <a:spcAft>
                <a:spcPts val="600"/>
              </a:spcAft>
              <a:buNone/>
            </a:pPr>
            <a:r>
              <a:rPr lang="en-US" sz="1200" dirty="0">
                <a:solidFill>
                  <a:srgbClr val="6F6785"/>
                </a:solidFill>
                <a:latin typeface="Calibri" pitchFamily="34" charset="0"/>
                <a:ea typeface="Calibri" pitchFamily="34" charset="-122"/>
                <a:cs typeface="Calibri" pitchFamily="34" charset="-120"/>
              </a:rPr>
              <a:t>One line each.</a:t>
            </a:r>
            <a:endParaRPr lang="en-US" sz="1200" dirty="0"/>
          </a:p>
        </p:txBody>
      </p:sp>
      <p:sp>
        <p:nvSpPr>
          <p:cNvPr id="12" name="Text 9"/>
          <p:cNvSpPr/>
          <p:nvPr/>
        </p:nvSpPr>
        <p:spPr>
          <a:xfrm>
            <a:off x="1188720" y="4343400"/>
            <a:ext cx="6766560" cy="329184"/>
          </a:xfrm>
          <a:prstGeom prst="roundRect">
            <a:avLst>
              <a:gd name="adj" fmla="val 50000"/>
            </a:avLst>
          </a:prstGeom>
          <a:solidFill>
            <a:srgbClr val="FFD23F"/>
          </a:solidFill>
          <a:ln>
            <a:solidFill>
              <a:srgbClr val="FFD23F"/>
            </a:solidFill>
          </a:ln>
        </p:spPr>
        <p:txBody>
          <a:bodyPr wrap="square" rtlCol="0" anchor="ctr"/>
          <a:lstStyle/>
          <a:p>
            <a:pPr algn="ctr" indent="0" marL="0">
              <a:buNone/>
            </a:pPr>
            <a:r>
              <a:rPr lang="en-US" sz="1100" b="1" dirty="0">
                <a:solidFill>
                  <a:srgbClr val="2A2140"/>
                </a:solidFill>
                <a:latin typeface="Calibri" pitchFamily="34" charset="0"/>
                <a:ea typeface="Calibri" pitchFamily="34" charset="-122"/>
                <a:cs typeface="Calibri" pitchFamily="34" charset="-120"/>
              </a:rPr>
              <a:t>LAST LESSON: A MACHINE ONLY KNOWS WHAT IT WAS SHOWN</a:t>
            </a:r>
            <a:endParaRPr lang="en-US" sz="1100" dirty="0"/>
          </a:p>
        </p:txBody>
      </p:sp>
      <p:sp>
        <p:nvSpPr>
          <p:cNvPr id="25" name="Slide Number Placeholder 0"/>
          <p:cNvSpPr>
            <a:spLocks noGrp="1"/>
          </p:cNvSpPr>
          <p:nvPr>
            <p:ph type="sldNum" sz="quarter" idx="4294967295"/>
          </p:nvPr>
        </p:nvSpPr>
        <p:spPr>
          <a:xfrm>
            <a:off x="8138160" y="47594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F678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 to the machine</dc:title>
  <dc:subject>PptxGenJS Presentation</dc:subject>
  <dc:creator>Neural Lab</dc:creator>
  <cp:lastModifiedBy>Neural Lab</cp:lastModifiedBy>
  <cp:revision>1</cp:revision>
  <dcterms:created xsi:type="dcterms:W3CDTF">2026-09-18T07:28:06Z</dcterms:created>
  <dcterms:modified xsi:type="dcterms:W3CDTF">2026-09-18T07:28:06Z</dcterms:modified>
</cp:coreProperties>
</file>